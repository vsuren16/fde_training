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1.xml" ContentType="application/vnd.openxmlformats-officedocument.drawingml.diagramData+xml"/>
  <Override PartName="/ppt/slides/slide19.xml" ContentType="application/vnd.openxmlformats-officedocument.presentationml.slide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ata2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diagrams/data13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colors7.xml" ContentType="application/vnd.openxmlformats-officedocument.drawingml.diagramColors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rawing7.xml" ContentType="application/vnd.ms-office.drawingml.diagramDrawing+xml"/>
  <Override PartName="/ppt/diagrams/colors6.xml" ContentType="application/vnd.openxmlformats-officedocument.drawingml.diagramColors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rawing6.xml" ContentType="application/vnd.ms-office.drawingml.diagramDrawing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quickStyle6.xml" ContentType="application/vnd.openxmlformats-officedocument.drawingml.diagramStyle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drawing10.xml" ContentType="application/vnd.ms-office.drawingml.diagramDrawing+xml"/>
  <Override PartName="/ppt/diagrams/layout7.xml" ContentType="application/vnd.openxmlformats-officedocument.drawingml.diagramLayout+xml"/>
  <Override PartName="/ppt/diagrams/layout11.xml" ContentType="application/vnd.openxmlformats-officedocument.drawingml.diagramLayout+xml"/>
  <Override PartName="/ppt/diagrams/layout6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quickStyle7.xml" ContentType="application/vnd.openxmlformats-officedocument.drawingml.diagramStyle+xml"/>
  <Override PartName="/ppt/notesMasters/notesMaster1.xml" ContentType="application/vnd.openxmlformats-officedocument.presentationml.notesMaster+xml"/>
  <Override PartName="/ppt/diagrams/colors10.xml" ContentType="application/vnd.openxmlformats-officedocument.drawingml.diagramColors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51" d="100"/>
          <a:sy n="51" d="100"/>
        </p:scale>
        <p:origin x="28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44D37E-B1DC-4F83-869F-8B60E15B5116}" type="doc">
      <dgm:prSet loTypeId="urn:microsoft.com/office/officeart/2009/3/layout/HorizontalOrganizationChart" loCatId="hierarchy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D97A5AA-CBE1-4CC7-BCFD-783E1CC11762}">
      <dgm:prSet/>
      <dgm:spPr/>
      <dgm:t>
        <a:bodyPr/>
        <a:lstStyle/>
        <a:p>
          <a:r>
            <a:rPr lang="en-US"/>
            <a:t>A Spark pipeline is a sequence of data processing steps where raw data flows through transformations and finally produces a result when an action is triggered.</a:t>
          </a:r>
        </a:p>
      </dgm:t>
    </dgm:pt>
    <dgm:pt modelId="{A0C79F28-0050-4B8A-95CA-B391963DB679}" type="parTrans" cxnId="{519D7651-6069-4CD8-9C1C-D073122081F5}">
      <dgm:prSet/>
      <dgm:spPr/>
      <dgm:t>
        <a:bodyPr/>
        <a:lstStyle/>
        <a:p>
          <a:endParaRPr lang="en-US"/>
        </a:p>
      </dgm:t>
    </dgm:pt>
    <dgm:pt modelId="{EFFE13DC-5D31-4701-81D1-E449B40DBC81}" type="sibTrans" cxnId="{519D7651-6069-4CD8-9C1C-D073122081F5}">
      <dgm:prSet/>
      <dgm:spPr/>
      <dgm:t>
        <a:bodyPr/>
        <a:lstStyle/>
        <a:p>
          <a:endParaRPr lang="en-US"/>
        </a:p>
      </dgm:t>
    </dgm:pt>
    <dgm:pt modelId="{CA3FA503-8F96-473F-847B-14BB301B223B}">
      <dgm:prSet/>
      <dgm:spPr/>
      <dgm:t>
        <a:bodyPr/>
        <a:lstStyle/>
        <a:p>
          <a:r>
            <a:rPr lang="en-US"/>
            <a:t>Data comes in → we clean/transform it → we ask Spark to produce output</a:t>
          </a:r>
        </a:p>
      </dgm:t>
    </dgm:pt>
    <dgm:pt modelId="{BECD7C1D-AC4F-45C8-A51E-E405118B47F2}" type="parTrans" cxnId="{32AB1369-32D3-4FD0-AA3D-74B01BA55E4C}">
      <dgm:prSet/>
      <dgm:spPr/>
      <dgm:t>
        <a:bodyPr/>
        <a:lstStyle/>
        <a:p>
          <a:endParaRPr lang="en-US"/>
        </a:p>
      </dgm:t>
    </dgm:pt>
    <dgm:pt modelId="{F607FD05-4A06-49AD-90D1-466202A2F2BA}" type="sibTrans" cxnId="{32AB1369-32D3-4FD0-AA3D-74B01BA55E4C}">
      <dgm:prSet/>
      <dgm:spPr/>
      <dgm:t>
        <a:bodyPr/>
        <a:lstStyle/>
        <a:p>
          <a:endParaRPr lang="en-US"/>
        </a:p>
      </dgm:t>
    </dgm:pt>
    <dgm:pt modelId="{E9F3EB6A-3AD6-4357-AF5C-A1642F251F7B}" type="pres">
      <dgm:prSet presAssocID="{7044D37E-B1DC-4F83-869F-8B60E15B511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400EF72-DB87-4704-9A58-9BA801BB3EC5}" type="pres">
      <dgm:prSet presAssocID="{4D97A5AA-CBE1-4CC7-BCFD-783E1CC11762}" presName="hierRoot1" presStyleCnt="0">
        <dgm:presLayoutVars>
          <dgm:hierBranch val="init"/>
        </dgm:presLayoutVars>
      </dgm:prSet>
      <dgm:spPr/>
    </dgm:pt>
    <dgm:pt modelId="{A4293E32-BA66-4FBF-89C7-5E065BF87C41}" type="pres">
      <dgm:prSet presAssocID="{4D97A5AA-CBE1-4CC7-BCFD-783E1CC11762}" presName="rootComposite1" presStyleCnt="0"/>
      <dgm:spPr/>
    </dgm:pt>
    <dgm:pt modelId="{98D2F134-0971-419F-80C5-51F1A2BA2327}" type="pres">
      <dgm:prSet presAssocID="{4D97A5AA-CBE1-4CC7-BCFD-783E1CC11762}" presName="rootText1" presStyleLbl="node0" presStyleIdx="0" presStyleCnt="2">
        <dgm:presLayoutVars>
          <dgm:chPref val="3"/>
        </dgm:presLayoutVars>
      </dgm:prSet>
      <dgm:spPr/>
    </dgm:pt>
    <dgm:pt modelId="{37A734E6-C551-44E2-B132-D057923C8D73}" type="pres">
      <dgm:prSet presAssocID="{4D97A5AA-CBE1-4CC7-BCFD-783E1CC11762}" presName="rootConnector1" presStyleLbl="node1" presStyleIdx="0" presStyleCnt="0"/>
      <dgm:spPr/>
    </dgm:pt>
    <dgm:pt modelId="{63AF675D-204C-42EB-A9FB-A4B48460453B}" type="pres">
      <dgm:prSet presAssocID="{4D97A5AA-CBE1-4CC7-BCFD-783E1CC11762}" presName="hierChild2" presStyleCnt="0"/>
      <dgm:spPr/>
    </dgm:pt>
    <dgm:pt modelId="{EA675A2A-A416-4033-BA12-0A55128DF8AF}" type="pres">
      <dgm:prSet presAssocID="{4D97A5AA-CBE1-4CC7-BCFD-783E1CC11762}" presName="hierChild3" presStyleCnt="0"/>
      <dgm:spPr/>
    </dgm:pt>
    <dgm:pt modelId="{D586412F-C2A0-4651-997B-6E388419AB33}" type="pres">
      <dgm:prSet presAssocID="{CA3FA503-8F96-473F-847B-14BB301B223B}" presName="hierRoot1" presStyleCnt="0">
        <dgm:presLayoutVars>
          <dgm:hierBranch val="init"/>
        </dgm:presLayoutVars>
      </dgm:prSet>
      <dgm:spPr/>
    </dgm:pt>
    <dgm:pt modelId="{5357E9DF-E1F2-441A-A986-6987273DC11F}" type="pres">
      <dgm:prSet presAssocID="{CA3FA503-8F96-473F-847B-14BB301B223B}" presName="rootComposite1" presStyleCnt="0"/>
      <dgm:spPr/>
    </dgm:pt>
    <dgm:pt modelId="{0CAECC7D-70A4-4FBD-A9EC-D5EB805EFE8F}" type="pres">
      <dgm:prSet presAssocID="{CA3FA503-8F96-473F-847B-14BB301B223B}" presName="rootText1" presStyleLbl="node0" presStyleIdx="1" presStyleCnt="2">
        <dgm:presLayoutVars>
          <dgm:chPref val="3"/>
        </dgm:presLayoutVars>
      </dgm:prSet>
      <dgm:spPr/>
    </dgm:pt>
    <dgm:pt modelId="{B10DD2BC-DDFF-48E5-9FD3-309118BBC57B}" type="pres">
      <dgm:prSet presAssocID="{CA3FA503-8F96-473F-847B-14BB301B223B}" presName="rootConnector1" presStyleLbl="node1" presStyleIdx="0" presStyleCnt="0"/>
      <dgm:spPr/>
    </dgm:pt>
    <dgm:pt modelId="{B5870AC6-2F28-4C51-8ED8-78841681A813}" type="pres">
      <dgm:prSet presAssocID="{CA3FA503-8F96-473F-847B-14BB301B223B}" presName="hierChild2" presStyleCnt="0"/>
      <dgm:spPr/>
    </dgm:pt>
    <dgm:pt modelId="{A482FAE6-92D0-40AF-9BA3-2A6B75686268}" type="pres">
      <dgm:prSet presAssocID="{CA3FA503-8F96-473F-847B-14BB301B223B}" presName="hierChild3" presStyleCnt="0"/>
      <dgm:spPr/>
    </dgm:pt>
  </dgm:ptLst>
  <dgm:cxnLst>
    <dgm:cxn modelId="{4ADD0E1D-62BD-4DD5-9C13-3C2358C3ABB2}" type="presOf" srcId="{4D97A5AA-CBE1-4CC7-BCFD-783E1CC11762}" destId="{98D2F134-0971-419F-80C5-51F1A2BA2327}" srcOrd="0" destOrd="0" presId="urn:microsoft.com/office/officeart/2009/3/layout/HorizontalOrganizationChart"/>
    <dgm:cxn modelId="{6D015B5C-E999-46A9-A120-CAFE4B438CB8}" type="presOf" srcId="{7044D37E-B1DC-4F83-869F-8B60E15B5116}" destId="{E9F3EB6A-3AD6-4357-AF5C-A1642F251F7B}" srcOrd="0" destOrd="0" presId="urn:microsoft.com/office/officeart/2009/3/layout/HorizontalOrganizationChart"/>
    <dgm:cxn modelId="{32AB1369-32D3-4FD0-AA3D-74B01BA55E4C}" srcId="{7044D37E-B1DC-4F83-869F-8B60E15B5116}" destId="{CA3FA503-8F96-473F-847B-14BB301B223B}" srcOrd="1" destOrd="0" parTransId="{BECD7C1D-AC4F-45C8-A51E-E405118B47F2}" sibTransId="{F607FD05-4A06-49AD-90D1-466202A2F2BA}"/>
    <dgm:cxn modelId="{519D7651-6069-4CD8-9C1C-D073122081F5}" srcId="{7044D37E-B1DC-4F83-869F-8B60E15B5116}" destId="{4D97A5AA-CBE1-4CC7-BCFD-783E1CC11762}" srcOrd="0" destOrd="0" parTransId="{A0C79F28-0050-4B8A-95CA-B391963DB679}" sibTransId="{EFFE13DC-5D31-4701-81D1-E449B40DBC81}"/>
    <dgm:cxn modelId="{DF60385A-9D91-4CE5-8B12-B935B2294A97}" type="presOf" srcId="{CA3FA503-8F96-473F-847B-14BB301B223B}" destId="{B10DD2BC-DDFF-48E5-9FD3-309118BBC57B}" srcOrd="1" destOrd="0" presId="urn:microsoft.com/office/officeart/2009/3/layout/HorizontalOrganizationChart"/>
    <dgm:cxn modelId="{26E994D1-1B53-45FE-B6FF-073107A26899}" type="presOf" srcId="{CA3FA503-8F96-473F-847B-14BB301B223B}" destId="{0CAECC7D-70A4-4FBD-A9EC-D5EB805EFE8F}" srcOrd="0" destOrd="0" presId="urn:microsoft.com/office/officeart/2009/3/layout/HorizontalOrganizationChart"/>
    <dgm:cxn modelId="{A9E700F2-9E5A-4A97-A12B-AA0CB9B2E26B}" type="presOf" srcId="{4D97A5AA-CBE1-4CC7-BCFD-783E1CC11762}" destId="{37A734E6-C551-44E2-B132-D057923C8D73}" srcOrd="1" destOrd="0" presId="urn:microsoft.com/office/officeart/2009/3/layout/HorizontalOrganizationChart"/>
    <dgm:cxn modelId="{FD31A070-02F5-4FBC-AE0D-A58E5D79FBE5}" type="presParOf" srcId="{E9F3EB6A-3AD6-4357-AF5C-A1642F251F7B}" destId="{A400EF72-DB87-4704-9A58-9BA801BB3EC5}" srcOrd="0" destOrd="0" presId="urn:microsoft.com/office/officeart/2009/3/layout/HorizontalOrganizationChart"/>
    <dgm:cxn modelId="{96A33C40-A4A4-4565-85ED-047836AD2301}" type="presParOf" srcId="{A400EF72-DB87-4704-9A58-9BA801BB3EC5}" destId="{A4293E32-BA66-4FBF-89C7-5E065BF87C41}" srcOrd="0" destOrd="0" presId="urn:microsoft.com/office/officeart/2009/3/layout/HorizontalOrganizationChart"/>
    <dgm:cxn modelId="{ED1016AD-9CF4-43D4-BDE5-14684DF85C7F}" type="presParOf" srcId="{A4293E32-BA66-4FBF-89C7-5E065BF87C41}" destId="{98D2F134-0971-419F-80C5-51F1A2BA2327}" srcOrd="0" destOrd="0" presId="urn:microsoft.com/office/officeart/2009/3/layout/HorizontalOrganizationChart"/>
    <dgm:cxn modelId="{923E02D1-89E2-4EC7-A27B-B6A06A0959E1}" type="presParOf" srcId="{A4293E32-BA66-4FBF-89C7-5E065BF87C41}" destId="{37A734E6-C551-44E2-B132-D057923C8D73}" srcOrd="1" destOrd="0" presId="urn:microsoft.com/office/officeart/2009/3/layout/HorizontalOrganizationChart"/>
    <dgm:cxn modelId="{99CA930A-7B62-4C66-BE84-26E1FCB0A08A}" type="presParOf" srcId="{A400EF72-DB87-4704-9A58-9BA801BB3EC5}" destId="{63AF675D-204C-42EB-A9FB-A4B48460453B}" srcOrd="1" destOrd="0" presId="urn:microsoft.com/office/officeart/2009/3/layout/HorizontalOrganizationChart"/>
    <dgm:cxn modelId="{57B4E286-2879-4E68-A6A4-EEDE787F71D5}" type="presParOf" srcId="{A400EF72-DB87-4704-9A58-9BA801BB3EC5}" destId="{EA675A2A-A416-4033-BA12-0A55128DF8AF}" srcOrd="2" destOrd="0" presId="urn:microsoft.com/office/officeart/2009/3/layout/HorizontalOrganizationChart"/>
    <dgm:cxn modelId="{6866A00F-D85C-43A4-ABEA-71ED7E768001}" type="presParOf" srcId="{E9F3EB6A-3AD6-4357-AF5C-A1642F251F7B}" destId="{D586412F-C2A0-4651-997B-6E388419AB33}" srcOrd="1" destOrd="0" presId="urn:microsoft.com/office/officeart/2009/3/layout/HorizontalOrganizationChart"/>
    <dgm:cxn modelId="{60048FEB-5946-451C-8DC6-82F2165121A4}" type="presParOf" srcId="{D586412F-C2A0-4651-997B-6E388419AB33}" destId="{5357E9DF-E1F2-441A-A986-6987273DC11F}" srcOrd="0" destOrd="0" presId="urn:microsoft.com/office/officeart/2009/3/layout/HorizontalOrganizationChart"/>
    <dgm:cxn modelId="{81FE777A-0E0C-48B6-B300-803023021E43}" type="presParOf" srcId="{5357E9DF-E1F2-441A-A986-6987273DC11F}" destId="{0CAECC7D-70A4-4FBD-A9EC-D5EB805EFE8F}" srcOrd="0" destOrd="0" presId="urn:microsoft.com/office/officeart/2009/3/layout/HorizontalOrganizationChart"/>
    <dgm:cxn modelId="{1FE5033B-CDC1-48ED-AD98-E33F40846895}" type="presParOf" srcId="{5357E9DF-E1F2-441A-A986-6987273DC11F}" destId="{B10DD2BC-DDFF-48E5-9FD3-309118BBC57B}" srcOrd="1" destOrd="0" presId="urn:microsoft.com/office/officeart/2009/3/layout/HorizontalOrganizationChart"/>
    <dgm:cxn modelId="{5925F03F-633A-4ADB-A695-B33AE438F121}" type="presParOf" srcId="{D586412F-C2A0-4651-997B-6E388419AB33}" destId="{B5870AC6-2F28-4C51-8ED8-78841681A813}" srcOrd="1" destOrd="0" presId="urn:microsoft.com/office/officeart/2009/3/layout/HorizontalOrganizationChart"/>
    <dgm:cxn modelId="{B02EE129-A001-4168-9971-B67ADC345078}" type="presParOf" srcId="{D586412F-C2A0-4651-997B-6E388419AB33}" destId="{A482FAE6-92D0-40AF-9BA3-2A6B75686268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681919-3FD9-492F-89B5-3E1A548BADD0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22043F3-64CD-4472-8D59-CE0166410A68}">
      <dgm:prSet/>
      <dgm:spPr/>
      <dgm:t>
        <a:bodyPr/>
        <a:lstStyle/>
        <a:p>
          <a:r>
            <a:rPr lang="en-US" b="0" i="0" baseline="0"/>
            <a:t>Built using </a:t>
          </a:r>
          <a:r>
            <a:rPr lang="en-US" b="1" i="0" baseline="0"/>
            <a:t>RDDs / DataFrames</a:t>
          </a:r>
          <a:endParaRPr lang="en-US"/>
        </a:p>
      </dgm:t>
    </dgm:pt>
    <dgm:pt modelId="{91055E70-6739-446D-89B4-FE656F1F552B}" type="parTrans" cxnId="{7C813001-B4AA-4653-B2F7-D4E9D42DDF2C}">
      <dgm:prSet/>
      <dgm:spPr/>
      <dgm:t>
        <a:bodyPr/>
        <a:lstStyle/>
        <a:p>
          <a:endParaRPr lang="en-US"/>
        </a:p>
      </dgm:t>
    </dgm:pt>
    <dgm:pt modelId="{53146AFA-7ACB-4033-B5B8-603348E778F2}" type="sibTrans" cxnId="{7C813001-B4AA-4653-B2F7-D4E9D42DDF2C}">
      <dgm:prSet/>
      <dgm:spPr/>
      <dgm:t>
        <a:bodyPr/>
        <a:lstStyle/>
        <a:p>
          <a:endParaRPr lang="en-US"/>
        </a:p>
      </dgm:t>
    </dgm:pt>
    <dgm:pt modelId="{3AA7F487-B964-48DD-9CB6-B8E55740B35C}">
      <dgm:prSet/>
      <dgm:spPr/>
      <dgm:t>
        <a:bodyPr/>
        <a:lstStyle/>
        <a:p>
          <a:r>
            <a:rPr lang="en-US" b="0" i="0" baseline="0"/>
            <a:t>Steps are </a:t>
          </a:r>
          <a:r>
            <a:rPr lang="en-US" b="1" i="0" baseline="0"/>
            <a:t>lazy</a:t>
          </a:r>
          <a:endParaRPr lang="en-US"/>
        </a:p>
      </dgm:t>
    </dgm:pt>
    <dgm:pt modelId="{61F4E50F-B305-4D17-B423-E4F5E9BCEF2C}" type="parTrans" cxnId="{720B429B-E627-4B4A-A0AB-F29C65552F91}">
      <dgm:prSet/>
      <dgm:spPr/>
      <dgm:t>
        <a:bodyPr/>
        <a:lstStyle/>
        <a:p>
          <a:endParaRPr lang="en-US"/>
        </a:p>
      </dgm:t>
    </dgm:pt>
    <dgm:pt modelId="{B4E88A43-1583-43B9-9F61-F6A09E892539}" type="sibTrans" cxnId="{720B429B-E627-4B4A-A0AB-F29C65552F91}">
      <dgm:prSet/>
      <dgm:spPr/>
      <dgm:t>
        <a:bodyPr/>
        <a:lstStyle/>
        <a:p>
          <a:endParaRPr lang="en-US"/>
        </a:p>
      </dgm:t>
    </dgm:pt>
    <dgm:pt modelId="{E6524128-C34B-4C96-A265-56D43ABD844A}">
      <dgm:prSet/>
      <dgm:spPr/>
      <dgm:t>
        <a:bodyPr/>
        <a:lstStyle/>
        <a:p>
          <a:r>
            <a:rPr lang="en-US" b="0" i="0" baseline="0"/>
            <a:t>Execution happens only when an </a:t>
          </a:r>
          <a:r>
            <a:rPr lang="en-US" b="1" i="0" baseline="0"/>
            <a:t>action</a:t>
          </a:r>
          <a:r>
            <a:rPr lang="en-US" b="0" i="0" baseline="0"/>
            <a:t> is called</a:t>
          </a:r>
          <a:endParaRPr lang="en-US"/>
        </a:p>
      </dgm:t>
    </dgm:pt>
    <dgm:pt modelId="{92E91AE0-E160-4286-B864-A4D977FA1D9D}" type="parTrans" cxnId="{D4BA5F6F-6DAE-45D8-BD7D-344FB7DA9185}">
      <dgm:prSet/>
      <dgm:spPr/>
      <dgm:t>
        <a:bodyPr/>
        <a:lstStyle/>
        <a:p>
          <a:endParaRPr lang="en-US"/>
        </a:p>
      </dgm:t>
    </dgm:pt>
    <dgm:pt modelId="{D8DE7BF7-FBE7-4FBD-AAE6-EE888A39B382}" type="sibTrans" cxnId="{D4BA5F6F-6DAE-45D8-BD7D-344FB7DA9185}">
      <dgm:prSet/>
      <dgm:spPr/>
      <dgm:t>
        <a:bodyPr/>
        <a:lstStyle/>
        <a:p>
          <a:endParaRPr lang="en-US"/>
        </a:p>
      </dgm:t>
    </dgm:pt>
    <dgm:pt modelId="{DB478CE4-2697-4BD7-B1CE-316A2E2D3341}">
      <dgm:prSet/>
      <dgm:spPr/>
      <dgm:t>
        <a:bodyPr/>
        <a:lstStyle/>
        <a:p>
          <a:r>
            <a:rPr lang="en-US" b="0" i="0" baseline="0"/>
            <a:t>Internally represented as a </a:t>
          </a:r>
          <a:r>
            <a:rPr lang="en-US" b="1" i="0" baseline="0"/>
            <a:t>DAG</a:t>
          </a:r>
          <a:endParaRPr lang="en-US"/>
        </a:p>
      </dgm:t>
    </dgm:pt>
    <dgm:pt modelId="{8DF59F53-F4E1-4BB1-840D-EF1A75609DC6}" type="parTrans" cxnId="{E19DBD27-43E3-4CB0-8B1B-D5DB9DC29AC5}">
      <dgm:prSet/>
      <dgm:spPr/>
      <dgm:t>
        <a:bodyPr/>
        <a:lstStyle/>
        <a:p>
          <a:endParaRPr lang="en-US"/>
        </a:p>
      </dgm:t>
    </dgm:pt>
    <dgm:pt modelId="{0BB8EF86-4CD5-4102-8E98-9351FE39F9FF}" type="sibTrans" cxnId="{E19DBD27-43E3-4CB0-8B1B-D5DB9DC29AC5}">
      <dgm:prSet/>
      <dgm:spPr/>
      <dgm:t>
        <a:bodyPr/>
        <a:lstStyle/>
        <a:p>
          <a:endParaRPr lang="en-US"/>
        </a:p>
      </dgm:t>
    </dgm:pt>
    <dgm:pt modelId="{448419CB-6B94-4AD3-BFE0-425CAF50C8C0}" type="pres">
      <dgm:prSet presAssocID="{50681919-3FD9-492F-89B5-3E1A548BADD0}" presName="linear" presStyleCnt="0">
        <dgm:presLayoutVars>
          <dgm:animLvl val="lvl"/>
          <dgm:resizeHandles val="exact"/>
        </dgm:presLayoutVars>
      </dgm:prSet>
      <dgm:spPr/>
    </dgm:pt>
    <dgm:pt modelId="{6C2B24E7-1847-4F59-9D23-4CFEB80DECA6}" type="pres">
      <dgm:prSet presAssocID="{D22043F3-64CD-4472-8D59-CE0166410A6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6A06977-5190-4B39-83EA-96DCDFAED651}" type="pres">
      <dgm:prSet presAssocID="{53146AFA-7ACB-4033-B5B8-603348E778F2}" presName="spacer" presStyleCnt="0"/>
      <dgm:spPr/>
    </dgm:pt>
    <dgm:pt modelId="{30250E96-7388-46D2-89D0-B6AFC4D9E8FF}" type="pres">
      <dgm:prSet presAssocID="{3AA7F487-B964-48DD-9CB6-B8E55740B35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48CC15A-A6EB-4F7A-AEBA-4F91C3F1CCD1}" type="pres">
      <dgm:prSet presAssocID="{B4E88A43-1583-43B9-9F61-F6A09E892539}" presName="spacer" presStyleCnt="0"/>
      <dgm:spPr/>
    </dgm:pt>
    <dgm:pt modelId="{57794795-6D43-47A4-87AF-45992346C019}" type="pres">
      <dgm:prSet presAssocID="{E6524128-C34B-4C96-A265-56D43ABD844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687A36A-802C-4A1D-99CD-2967FBC12EBB}" type="pres">
      <dgm:prSet presAssocID="{D8DE7BF7-FBE7-4FBD-AAE6-EE888A39B382}" presName="spacer" presStyleCnt="0"/>
      <dgm:spPr/>
    </dgm:pt>
    <dgm:pt modelId="{9BA57122-56DD-4998-8FAE-C19CCA373133}" type="pres">
      <dgm:prSet presAssocID="{DB478CE4-2697-4BD7-B1CE-316A2E2D334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C813001-B4AA-4653-B2F7-D4E9D42DDF2C}" srcId="{50681919-3FD9-492F-89B5-3E1A548BADD0}" destId="{D22043F3-64CD-4472-8D59-CE0166410A68}" srcOrd="0" destOrd="0" parTransId="{91055E70-6739-446D-89B4-FE656F1F552B}" sibTransId="{53146AFA-7ACB-4033-B5B8-603348E778F2}"/>
    <dgm:cxn modelId="{30ACF805-7298-4EF5-BA4D-F08622B2FFD7}" type="presOf" srcId="{50681919-3FD9-492F-89B5-3E1A548BADD0}" destId="{448419CB-6B94-4AD3-BFE0-425CAF50C8C0}" srcOrd="0" destOrd="0" presId="urn:microsoft.com/office/officeart/2005/8/layout/vList2"/>
    <dgm:cxn modelId="{E19DBD27-43E3-4CB0-8B1B-D5DB9DC29AC5}" srcId="{50681919-3FD9-492F-89B5-3E1A548BADD0}" destId="{DB478CE4-2697-4BD7-B1CE-316A2E2D3341}" srcOrd="3" destOrd="0" parTransId="{8DF59F53-F4E1-4BB1-840D-EF1A75609DC6}" sibTransId="{0BB8EF86-4CD5-4102-8E98-9351FE39F9FF}"/>
    <dgm:cxn modelId="{D4BA5F6F-6DAE-45D8-BD7D-344FB7DA9185}" srcId="{50681919-3FD9-492F-89B5-3E1A548BADD0}" destId="{E6524128-C34B-4C96-A265-56D43ABD844A}" srcOrd="2" destOrd="0" parTransId="{92E91AE0-E160-4286-B864-A4D977FA1D9D}" sibTransId="{D8DE7BF7-FBE7-4FBD-AAE6-EE888A39B382}"/>
    <dgm:cxn modelId="{720B429B-E627-4B4A-A0AB-F29C65552F91}" srcId="{50681919-3FD9-492F-89B5-3E1A548BADD0}" destId="{3AA7F487-B964-48DD-9CB6-B8E55740B35C}" srcOrd="1" destOrd="0" parTransId="{61F4E50F-B305-4D17-B423-E4F5E9BCEF2C}" sibTransId="{B4E88A43-1583-43B9-9F61-F6A09E892539}"/>
    <dgm:cxn modelId="{BE24BCA4-C8EE-46F2-80A8-26AC3FD07D89}" type="presOf" srcId="{DB478CE4-2697-4BD7-B1CE-316A2E2D3341}" destId="{9BA57122-56DD-4998-8FAE-C19CCA373133}" srcOrd="0" destOrd="0" presId="urn:microsoft.com/office/officeart/2005/8/layout/vList2"/>
    <dgm:cxn modelId="{D63BF2AC-8E0A-4339-B5ED-F7B1D6C32043}" type="presOf" srcId="{3AA7F487-B964-48DD-9CB6-B8E55740B35C}" destId="{30250E96-7388-46D2-89D0-B6AFC4D9E8FF}" srcOrd="0" destOrd="0" presId="urn:microsoft.com/office/officeart/2005/8/layout/vList2"/>
    <dgm:cxn modelId="{68CD01BB-DD25-4471-AE15-FC0C7DB9DF82}" type="presOf" srcId="{D22043F3-64CD-4472-8D59-CE0166410A68}" destId="{6C2B24E7-1847-4F59-9D23-4CFEB80DECA6}" srcOrd="0" destOrd="0" presId="urn:microsoft.com/office/officeart/2005/8/layout/vList2"/>
    <dgm:cxn modelId="{6B4F05ED-7DA5-40DE-A39A-A06F60FB0207}" type="presOf" srcId="{E6524128-C34B-4C96-A265-56D43ABD844A}" destId="{57794795-6D43-47A4-87AF-45992346C019}" srcOrd="0" destOrd="0" presId="urn:microsoft.com/office/officeart/2005/8/layout/vList2"/>
    <dgm:cxn modelId="{D274EC27-7325-49B7-B46A-23347FBBFFF2}" type="presParOf" srcId="{448419CB-6B94-4AD3-BFE0-425CAF50C8C0}" destId="{6C2B24E7-1847-4F59-9D23-4CFEB80DECA6}" srcOrd="0" destOrd="0" presId="urn:microsoft.com/office/officeart/2005/8/layout/vList2"/>
    <dgm:cxn modelId="{200B0A44-8E69-4755-AF27-213C88ADAFED}" type="presParOf" srcId="{448419CB-6B94-4AD3-BFE0-425CAF50C8C0}" destId="{06A06977-5190-4B39-83EA-96DCDFAED651}" srcOrd="1" destOrd="0" presId="urn:microsoft.com/office/officeart/2005/8/layout/vList2"/>
    <dgm:cxn modelId="{6A7ADF09-E31C-4CEE-B828-474F698578AC}" type="presParOf" srcId="{448419CB-6B94-4AD3-BFE0-425CAF50C8C0}" destId="{30250E96-7388-46D2-89D0-B6AFC4D9E8FF}" srcOrd="2" destOrd="0" presId="urn:microsoft.com/office/officeart/2005/8/layout/vList2"/>
    <dgm:cxn modelId="{BAF1D5D3-3563-44B4-95D9-0F074231D2E5}" type="presParOf" srcId="{448419CB-6B94-4AD3-BFE0-425CAF50C8C0}" destId="{548CC15A-A6EB-4F7A-AEBA-4F91C3F1CCD1}" srcOrd="3" destOrd="0" presId="urn:microsoft.com/office/officeart/2005/8/layout/vList2"/>
    <dgm:cxn modelId="{708490CD-FA06-4242-BD18-4629CB2EFEB9}" type="presParOf" srcId="{448419CB-6B94-4AD3-BFE0-425CAF50C8C0}" destId="{57794795-6D43-47A4-87AF-45992346C019}" srcOrd="4" destOrd="0" presId="urn:microsoft.com/office/officeart/2005/8/layout/vList2"/>
    <dgm:cxn modelId="{AF399BF3-6346-4F14-9CB4-5CD7B94B393A}" type="presParOf" srcId="{448419CB-6B94-4AD3-BFE0-425CAF50C8C0}" destId="{0687A36A-802C-4A1D-99CD-2967FBC12EBB}" srcOrd="5" destOrd="0" presId="urn:microsoft.com/office/officeart/2005/8/layout/vList2"/>
    <dgm:cxn modelId="{679B1FE8-43A7-4C5D-8F2E-9B4EA9BFF4DB}" type="presParOf" srcId="{448419CB-6B94-4AD3-BFE0-425CAF50C8C0}" destId="{9BA57122-56DD-4998-8FAE-C19CCA37313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53DBB0-54F7-4B8E-A7E4-D6DBF04A54DA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672241A-DA16-4C03-93D4-8FB387D097D8}">
      <dgm:prSet/>
      <dgm:spPr/>
      <dgm:t>
        <a:bodyPr/>
        <a:lstStyle/>
        <a:p>
          <a:r>
            <a:rPr lang="en-US" b="1"/>
            <a:t>Without pipeline (problem):</a:t>
          </a:r>
          <a:endParaRPr lang="en-US"/>
        </a:p>
      </dgm:t>
    </dgm:pt>
    <dgm:pt modelId="{AA145D46-7A6D-48CE-BF58-59AF62FEEB94}" type="parTrans" cxnId="{FD36ABEE-8105-456A-947A-027F56D3F6FD}">
      <dgm:prSet/>
      <dgm:spPr/>
      <dgm:t>
        <a:bodyPr/>
        <a:lstStyle/>
        <a:p>
          <a:endParaRPr lang="en-US"/>
        </a:p>
      </dgm:t>
    </dgm:pt>
    <dgm:pt modelId="{36290E76-BC94-47A3-80E1-D554BF5B8FE4}" type="sibTrans" cxnId="{FD36ABEE-8105-456A-947A-027F56D3F6FD}">
      <dgm:prSet/>
      <dgm:spPr/>
      <dgm:t>
        <a:bodyPr/>
        <a:lstStyle/>
        <a:p>
          <a:endParaRPr lang="en-US"/>
        </a:p>
      </dgm:t>
    </dgm:pt>
    <dgm:pt modelId="{5BF0F1B1-44A1-4D77-98A9-77E12B6055F5}">
      <dgm:prSet/>
      <dgm:spPr/>
      <dgm:t>
        <a:bodyPr/>
        <a:lstStyle/>
        <a:p>
          <a:r>
            <a:rPr lang="en-US"/>
            <a:t>Huge raw data</a:t>
          </a:r>
        </a:p>
      </dgm:t>
    </dgm:pt>
    <dgm:pt modelId="{872B5BBD-08E3-48CB-8CE1-8E38A8619C04}" type="parTrans" cxnId="{2FE5AF17-01D9-4068-BFAD-D0DF8AD1C4D8}">
      <dgm:prSet/>
      <dgm:spPr/>
      <dgm:t>
        <a:bodyPr/>
        <a:lstStyle/>
        <a:p>
          <a:endParaRPr lang="en-US"/>
        </a:p>
      </dgm:t>
    </dgm:pt>
    <dgm:pt modelId="{5687C5F1-8F0B-40B8-A129-F123025674B0}" type="sibTrans" cxnId="{2FE5AF17-01D9-4068-BFAD-D0DF8AD1C4D8}">
      <dgm:prSet/>
      <dgm:spPr/>
      <dgm:t>
        <a:bodyPr/>
        <a:lstStyle/>
        <a:p>
          <a:endParaRPr lang="en-US"/>
        </a:p>
      </dgm:t>
    </dgm:pt>
    <dgm:pt modelId="{FBBF1775-851C-4934-A848-1117F634375D}">
      <dgm:prSet/>
      <dgm:spPr/>
      <dgm:t>
        <a:bodyPr/>
        <a:lstStyle/>
        <a:p>
          <a:r>
            <a:rPr lang="en-US"/>
            <a:t>Manual steps</a:t>
          </a:r>
        </a:p>
      </dgm:t>
    </dgm:pt>
    <dgm:pt modelId="{5F961B97-4BFF-4DAA-B396-E759D879B79C}" type="parTrans" cxnId="{B082525E-2CC5-4D55-9231-597D64EF4F66}">
      <dgm:prSet/>
      <dgm:spPr/>
      <dgm:t>
        <a:bodyPr/>
        <a:lstStyle/>
        <a:p>
          <a:endParaRPr lang="en-US"/>
        </a:p>
      </dgm:t>
    </dgm:pt>
    <dgm:pt modelId="{28D7238E-1B0F-4799-949C-06FFC08097CC}" type="sibTrans" cxnId="{B082525E-2CC5-4D55-9231-597D64EF4F66}">
      <dgm:prSet/>
      <dgm:spPr/>
      <dgm:t>
        <a:bodyPr/>
        <a:lstStyle/>
        <a:p>
          <a:endParaRPr lang="en-US"/>
        </a:p>
      </dgm:t>
    </dgm:pt>
    <dgm:pt modelId="{15F73E91-16D9-4795-9489-A44BC7919428}">
      <dgm:prSet/>
      <dgm:spPr/>
      <dgm:t>
        <a:bodyPr/>
        <a:lstStyle/>
        <a:p>
          <a:r>
            <a:rPr lang="en-US"/>
            <a:t>Slow processing</a:t>
          </a:r>
        </a:p>
      </dgm:t>
    </dgm:pt>
    <dgm:pt modelId="{E9A85193-FE25-43AF-A90A-14B2D90CDF30}" type="parTrans" cxnId="{F00B221A-36DD-4EE9-8D96-5EE82F25C3F8}">
      <dgm:prSet/>
      <dgm:spPr/>
      <dgm:t>
        <a:bodyPr/>
        <a:lstStyle/>
        <a:p>
          <a:endParaRPr lang="en-US"/>
        </a:p>
      </dgm:t>
    </dgm:pt>
    <dgm:pt modelId="{B6549696-D2EA-4DF3-8EF9-4883CD7AD470}" type="sibTrans" cxnId="{F00B221A-36DD-4EE9-8D96-5EE82F25C3F8}">
      <dgm:prSet/>
      <dgm:spPr/>
      <dgm:t>
        <a:bodyPr/>
        <a:lstStyle/>
        <a:p>
          <a:endParaRPr lang="en-US"/>
        </a:p>
      </dgm:t>
    </dgm:pt>
    <dgm:pt modelId="{2A66D681-D11D-4319-B785-49C10568B180}">
      <dgm:prSet/>
      <dgm:spPr/>
      <dgm:t>
        <a:bodyPr/>
        <a:lstStyle/>
        <a:p>
          <a:r>
            <a:rPr lang="en-US"/>
            <a:t>Hard to debug</a:t>
          </a:r>
        </a:p>
      </dgm:t>
    </dgm:pt>
    <dgm:pt modelId="{59A83149-3C36-4B1C-85DD-DC95388AD9F3}" type="parTrans" cxnId="{14D83CD8-9C30-411E-BA76-E47E201FF6D3}">
      <dgm:prSet/>
      <dgm:spPr/>
      <dgm:t>
        <a:bodyPr/>
        <a:lstStyle/>
        <a:p>
          <a:endParaRPr lang="en-US"/>
        </a:p>
      </dgm:t>
    </dgm:pt>
    <dgm:pt modelId="{C5C43207-795D-4FE6-9567-6999F01EE869}" type="sibTrans" cxnId="{14D83CD8-9C30-411E-BA76-E47E201FF6D3}">
      <dgm:prSet/>
      <dgm:spPr/>
      <dgm:t>
        <a:bodyPr/>
        <a:lstStyle/>
        <a:p>
          <a:endParaRPr lang="en-US"/>
        </a:p>
      </dgm:t>
    </dgm:pt>
    <dgm:pt modelId="{810A1BD1-EDEB-437D-BF59-E9C00BB5D8A7}">
      <dgm:prSet/>
      <dgm:spPr/>
      <dgm:t>
        <a:bodyPr/>
        <a:lstStyle/>
        <a:p>
          <a:r>
            <a:rPr lang="en-US"/>
            <a:t>Not scalable</a:t>
          </a:r>
        </a:p>
      </dgm:t>
    </dgm:pt>
    <dgm:pt modelId="{D40C09BC-7902-48DC-838D-6105330340FD}" type="parTrans" cxnId="{80CD4687-BBBF-4A10-8CB5-B6F63809387E}">
      <dgm:prSet/>
      <dgm:spPr/>
      <dgm:t>
        <a:bodyPr/>
        <a:lstStyle/>
        <a:p>
          <a:endParaRPr lang="en-US"/>
        </a:p>
      </dgm:t>
    </dgm:pt>
    <dgm:pt modelId="{FF219F50-60BD-4F8C-9848-E96234CBBF0B}" type="sibTrans" cxnId="{80CD4687-BBBF-4A10-8CB5-B6F63809387E}">
      <dgm:prSet/>
      <dgm:spPr/>
      <dgm:t>
        <a:bodyPr/>
        <a:lstStyle/>
        <a:p>
          <a:endParaRPr lang="en-US"/>
        </a:p>
      </dgm:t>
    </dgm:pt>
    <dgm:pt modelId="{90AE7F5F-4C7A-4891-874E-96B6A4212D80}" type="pres">
      <dgm:prSet presAssocID="{4453DBB0-54F7-4B8E-A7E4-D6DBF04A54DA}" presName="vert0" presStyleCnt="0">
        <dgm:presLayoutVars>
          <dgm:dir/>
          <dgm:animOne val="branch"/>
          <dgm:animLvl val="lvl"/>
        </dgm:presLayoutVars>
      </dgm:prSet>
      <dgm:spPr/>
    </dgm:pt>
    <dgm:pt modelId="{E6BF6F97-5332-4CCB-929D-0B72F4C3DCDD}" type="pres">
      <dgm:prSet presAssocID="{5672241A-DA16-4C03-93D4-8FB387D097D8}" presName="thickLine" presStyleLbl="alignNode1" presStyleIdx="0" presStyleCnt="6"/>
      <dgm:spPr/>
    </dgm:pt>
    <dgm:pt modelId="{8ABC09AB-0734-4BCC-B72A-09A8D673B7A5}" type="pres">
      <dgm:prSet presAssocID="{5672241A-DA16-4C03-93D4-8FB387D097D8}" presName="horz1" presStyleCnt="0"/>
      <dgm:spPr/>
    </dgm:pt>
    <dgm:pt modelId="{8173043A-7462-42BC-863F-0A12FC17EB3C}" type="pres">
      <dgm:prSet presAssocID="{5672241A-DA16-4C03-93D4-8FB387D097D8}" presName="tx1" presStyleLbl="revTx" presStyleIdx="0" presStyleCnt="6"/>
      <dgm:spPr/>
    </dgm:pt>
    <dgm:pt modelId="{E57C47BD-003F-4713-9B6B-E592A0DDE539}" type="pres">
      <dgm:prSet presAssocID="{5672241A-DA16-4C03-93D4-8FB387D097D8}" presName="vert1" presStyleCnt="0"/>
      <dgm:spPr/>
    </dgm:pt>
    <dgm:pt modelId="{72292378-2B91-45C5-AB98-EEF053EC1B92}" type="pres">
      <dgm:prSet presAssocID="{5BF0F1B1-44A1-4D77-98A9-77E12B6055F5}" presName="thickLine" presStyleLbl="alignNode1" presStyleIdx="1" presStyleCnt="6"/>
      <dgm:spPr/>
    </dgm:pt>
    <dgm:pt modelId="{050CC1E4-4A56-4568-ACFB-1E9D62AFDB10}" type="pres">
      <dgm:prSet presAssocID="{5BF0F1B1-44A1-4D77-98A9-77E12B6055F5}" presName="horz1" presStyleCnt="0"/>
      <dgm:spPr/>
    </dgm:pt>
    <dgm:pt modelId="{26D4126D-FC0E-462B-93B4-F723B08B45AF}" type="pres">
      <dgm:prSet presAssocID="{5BF0F1B1-44A1-4D77-98A9-77E12B6055F5}" presName="tx1" presStyleLbl="revTx" presStyleIdx="1" presStyleCnt="6"/>
      <dgm:spPr/>
    </dgm:pt>
    <dgm:pt modelId="{F4181C83-7182-47DF-8B8A-475584FF2BF7}" type="pres">
      <dgm:prSet presAssocID="{5BF0F1B1-44A1-4D77-98A9-77E12B6055F5}" presName="vert1" presStyleCnt="0"/>
      <dgm:spPr/>
    </dgm:pt>
    <dgm:pt modelId="{FEC4E115-B003-4DBC-9D56-6C160F2083DF}" type="pres">
      <dgm:prSet presAssocID="{FBBF1775-851C-4934-A848-1117F634375D}" presName="thickLine" presStyleLbl="alignNode1" presStyleIdx="2" presStyleCnt="6"/>
      <dgm:spPr/>
    </dgm:pt>
    <dgm:pt modelId="{8866AB92-2812-41DC-9913-02C5F5389489}" type="pres">
      <dgm:prSet presAssocID="{FBBF1775-851C-4934-A848-1117F634375D}" presName="horz1" presStyleCnt="0"/>
      <dgm:spPr/>
    </dgm:pt>
    <dgm:pt modelId="{B13A4FC3-A8EC-461D-AC32-4E34ED01DDFC}" type="pres">
      <dgm:prSet presAssocID="{FBBF1775-851C-4934-A848-1117F634375D}" presName="tx1" presStyleLbl="revTx" presStyleIdx="2" presStyleCnt="6"/>
      <dgm:spPr/>
    </dgm:pt>
    <dgm:pt modelId="{5E34CE91-2E8C-4712-B620-C38179883DFA}" type="pres">
      <dgm:prSet presAssocID="{FBBF1775-851C-4934-A848-1117F634375D}" presName="vert1" presStyleCnt="0"/>
      <dgm:spPr/>
    </dgm:pt>
    <dgm:pt modelId="{0F5D60FC-7FCD-467A-9CD9-D23FED1EE761}" type="pres">
      <dgm:prSet presAssocID="{15F73E91-16D9-4795-9489-A44BC7919428}" presName="thickLine" presStyleLbl="alignNode1" presStyleIdx="3" presStyleCnt="6"/>
      <dgm:spPr/>
    </dgm:pt>
    <dgm:pt modelId="{AC25AD75-281D-46F4-9A56-D8FF40A0DE51}" type="pres">
      <dgm:prSet presAssocID="{15F73E91-16D9-4795-9489-A44BC7919428}" presName="horz1" presStyleCnt="0"/>
      <dgm:spPr/>
    </dgm:pt>
    <dgm:pt modelId="{C8ED2D6C-F918-4391-B440-D621E8F016BB}" type="pres">
      <dgm:prSet presAssocID="{15F73E91-16D9-4795-9489-A44BC7919428}" presName="tx1" presStyleLbl="revTx" presStyleIdx="3" presStyleCnt="6"/>
      <dgm:spPr/>
    </dgm:pt>
    <dgm:pt modelId="{049A8BD6-8809-4FCA-93EB-DE2B13E79685}" type="pres">
      <dgm:prSet presAssocID="{15F73E91-16D9-4795-9489-A44BC7919428}" presName="vert1" presStyleCnt="0"/>
      <dgm:spPr/>
    </dgm:pt>
    <dgm:pt modelId="{B95AF5B0-3863-422B-BCEA-8B18B0000347}" type="pres">
      <dgm:prSet presAssocID="{2A66D681-D11D-4319-B785-49C10568B180}" presName="thickLine" presStyleLbl="alignNode1" presStyleIdx="4" presStyleCnt="6"/>
      <dgm:spPr/>
    </dgm:pt>
    <dgm:pt modelId="{50897635-DFFC-4F0D-968E-D5B6920D10B5}" type="pres">
      <dgm:prSet presAssocID="{2A66D681-D11D-4319-B785-49C10568B180}" presName="horz1" presStyleCnt="0"/>
      <dgm:spPr/>
    </dgm:pt>
    <dgm:pt modelId="{AE7318E5-BDCE-4C1B-8FF2-596B989B273D}" type="pres">
      <dgm:prSet presAssocID="{2A66D681-D11D-4319-B785-49C10568B180}" presName="tx1" presStyleLbl="revTx" presStyleIdx="4" presStyleCnt="6"/>
      <dgm:spPr/>
    </dgm:pt>
    <dgm:pt modelId="{492AE653-A8AA-467C-A66A-F87274AD3076}" type="pres">
      <dgm:prSet presAssocID="{2A66D681-D11D-4319-B785-49C10568B180}" presName="vert1" presStyleCnt="0"/>
      <dgm:spPr/>
    </dgm:pt>
    <dgm:pt modelId="{6AB22652-2A36-4AE3-AC66-3A9DEDA5BF9B}" type="pres">
      <dgm:prSet presAssocID="{810A1BD1-EDEB-437D-BF59-E9C00BB5D8A7}" presName="thickLine" presStyleLbl="alignNode1" presStyleIdx="5" presStyleCnt="6"/>
      <dgm:spPr/>
    </dgm:pt>
    <dgm:pt modelId="{79EADE8C-9225-4504-9BC6-72A8919AF18C}" type="pres">
      <dgm:prSet presAssocID="{810A1BD1-EDEB-437D-BF59-E9C00BB5D8A7}" presName="horz1" presStyleCnt="0"/>
      <dgm:spPr/>
    </dgm:pt>
    <dgm:pt modelId="{729ABF8C-2DF8-4DC7-B879-5786CE131DCF}" type="pres">
      <dgm:prSet presAssocID="{810A1BD1-EDEB-437D-BF59-E9C00BB5D8A7}" presName="tx1" presStyleLbl="revTx" presStyleIdx="5" presStyleCnt="6"/>
      <dgm:spPr/>
    </dgm:pt>
    <dgm:pt modelId="{D841DE9E-9B0E-4719-866A-460521367BE1}" type="pres">
      <dgm:prSet presAssocID="{810A1BD1-EDEB-437D-BF59-E9C00BB5D8A7}" presName="vert1" presStyleCnt="0"/>
      <dgm:spPr/>
    </dgm:pt>
  </dgm:ptLst>
  <dgm:cxnLst>
    <dgm:cxn modelId="{C13F8703-E010-4CA0-BDB4-E579B97D634D}" type="presOf" srcId="{2A66D681-D11D-4319-B785-49C10568B180}" destId="{AE7318E5-BDCE-4C1B-8FF2-596B989B273D}" srcOrd="0" destOrd="0" presId="urn:microsoft.com/office/officeart/2008/layout/LinedList"/>
    <dgm:cxn modelId="{2FE5AF17-01D9-4068-BFAD-D0DF8AD1C4D8}" srcId="{4453DBB0-54F7-4B8E-A7E4-D6DBF04A54DA}" destId="{5BF0F1B1-44A1-4D77-98A9-77E12B6055F5}" srcOrd="1" destOrd="0" parTransId="{872B5BBD-08E3-48CB-8CE1-8E38A8619C04}" sibTransId="{5687C5F1-8F0B-40B8-A129-F123025674B0}"/>
    <dgm:cxn modelId="{F00B221A-36DD-4EE9-8D96-5EE82F25C3F8}" srcId="{4453DBB0-54F7-4B8E-A7E4-D6DBF04A54DA}" destId="{15F73E91-16D9-4795-9489-A44BC7919428}" srcOrd="3" destOrd="0" parTransId="{E9A85193-FE25-43AF-A90A-14B2D90CDF30}" sibTransId="{B6549696-D2EA-4DF3-8EF9-4883CD7AD470}"/>
    <dgm:cxn modelId="{BEF4EA1C-8D17-49B7-82EA-F4A6112CC3C8}" type="presOf" srcId="{4453DBB0-54F7-4B8E-A7E4-D6DBF04A54DA}" destId="{90AE7F5F-4C7A-4891-874E-96B6A4212D80}" srcOrd="0" destOrd="0" presId="urn:microsoft.com/office/officeart/2008/layout/LinedList"/>
    <dgm:cxn modelId="{B082525E-2CC5-4D55-9231-597D64EF4F66}" srcId="{4453DBB0-54F7-4B8E-A7E4-D6DBF04A54DA}" destId="{FBBF1775-851C-4934-A848-1117F634375D}" srcOrd="2" destOrd="0" parTransId="{5F961B97-4BFF-4DAA-B396-E759D879B79C}" sibTransId="{28D7238E-1B0F-4799-949C-06FFC08097CC}"/>
    <dgm:cxn modelId="{B8BB6969-7D7B-4E94-AB66-4C720E81B022}" type="presOf" srcId="{FBBF1775-851C-4934-A848-1117F634375D}" destId="{B13A4FC3-A8EC-461D-AC32-4E34ED01DDFC}" srcOrd="0" destOrd="0" presId="urn:microsoft.com/office/officeart/2008/layout/LinedList"/>
    <dgm:cxn modelId="{033BF87E-63F2-4855-9A4F-3C544E5AE5CF}" type="presOf" srcId="{5BF0F1B1-44A1-4D77-98A9-77E12B6055F5}" destId="{26D4126D-FC0E-462B-93B4-F723B08B45AF}" srcOrd="0" destOrd="0" presId="urn:microsoft.com/office/officeart/2008/layout/LinedList"/>
    <dgm:cxn modelId="{80CD4687-BBBF-4A10-8CB5-B6F63809387E}" srcId="{4453DBB0-54F7-4B8E-A7E4-D6DBF04A54DA}" destId="{810A1BD1-EDEB-437D-BF59-E9C00BB5D8A7}" srcOrd="5" destOrd="0" parTransId="{D40C09BC-7902-48DC-838D-6105330340FD}" sibTransId="{FF219F50-60BD-4F8C-9848-E96234CBBF0B}"/>
    <dgm:cxn modelId="{826827CD-9943-4E1F-BF87-246515D6C5CA}" type="presOf" srcId="{5672241A-DA16-4C03-93D4-8FB387D097D8}" destId="{8173043A-7462-42BC-863F-0A12FC17EB3C}" srcOrd="0" destOrd="0" presId="urn:microsoft.com/office/officeart/2008/layout/LinedList"/>
    <dgm:cxn modelId="{14D83CD8-9C30-411E-BA76-E47E201FF6D3}" srcId="{4453DBB0-54F7-4B8E-A7E4-D6DBF04A54DA}" destId="{2A66D681-D11D-4319-B785-49C10568B180}" srcOrd="4" destOrd="0" parTransId="{59A83149-3C36-4B1C-85DD-DC95388AD9F3}" sibTransId="{C5C43207-795D-4FE6-9567-6999F01EE869}"/>
    <dgm:cxn modelId="{BFBF7BE3-689D-4FC4-BAEE-01C7147C115E}" type="presOf" srcId="{810A1BD1-EDEB-437D-BF59-E9C00BB5D8A7}" destId="{729ABF8C-2DF8-4DC7-B879-5786CE131DCF}" srcOrd="0" destOrd="0" presId="urn:microsoft.com/office/officeart/2008/layout/LinedList"/>
    <dgm:cxn modelId="{B49397E9-DF2F-4104-AB10-B51724555970}" type="presOf" srcId="{15F73E91-16D9-4795-9489-A44BC7919428}" destId="{C8ED2D6C-F918-4391-B440-D621E8F016BB}" srcOrd="0" destOrd="0" presId="urn:microsoft.com/office/officeart/2008/layout/LinedList"/>
    <dgm:cxn modelId="{FD36ABEE-8105-456A-947A-027F56D3F6FD}" srcId="{4453DBB0-54F7-4B8E-A7E4-D6DBF04A54DA}" destId="{5672241A-DA16-4C03-93D4-8FB387D097D8}" srcOrd="0" destOrd="0" parTransId="{AA145D46-7A6D-48CE-BF58-59AF62FEEB94}" sibTransId="{36290E76-BC94-47A3-80E1-D554BF5B8FE4}"/>
    <dgm:cxn modelId="{D6C3158E-A2E3-407A-B065-67F568147D17}" type="presParOf" srcId="{90AE7F5F-4C7A-4891-874E-96B6A4212D80}" destId="{E6BF6F97-5332-4CCB-929D-0B72F4C3DCDD}" srcOrd="0" destOrd="0" presId="urn:microsoft.com/office/officeart/2008/layout/LinedList"/>
    <dgm:cxn modelId="{99DBF438-66EE-41DD-B307-3120CC1C8DB1}" type="presParOf" srcId="{90AE7F5F-4C7A-4891-874E-96B6A4212D80}" destId="{8ABC09AB-0734-4BCC-B72A-09A8D673B7A5}" srcOrd="1" destOrd="0" presId="urn:microsoft.com/office/officeart/2008/layout/LinedList"/>
    <dgm:cxn modelId="{836B699C-E287-429F-914F-C8774C28B2AF}" type="presParOf" srcId="{8ABC09AB-0734-4BCC-B72A-09A8D673B7A5}" destId="{8173043A-7462-42BC-863F-0A12FC17EB3C}" srcOrd="0" destOrd="0" presId="urn:microsoft.com/office/officeart/2008/layout/LinedList"/>
    <dgm:cxn modelId="{60766FB2-702C-40C5-9339-36B0CA90CA9E}" type="presParOf" srcId="{8ABC09AB-0734-4BCC-B72A-09A8D673B7A5}" destId="{E57C47BD-003F-4713-9B6B-E592A0DDE539}" srcOrd="1" destOrd="0" presId="urn:microsoft.com/office/officeart/2008/layout/LinedList"/>
    <dgm:cxn modelId="{9B265418-5054-47DC-9382-057F90CAF0F8}" type="presParOf" srcId="{90AE7F5F-4C7A-4891-874E-96B6A4212D80}" destId="{72292378-2B91-45C5-AB98-EEF053EC1B92}" srcOrd="2" destOrd="0" presId="urn:microsoft.com/office/officeart/2008/layout/LinedList"/>
    <dgm:cxn modelId="{0D51BA05-4AEF-4B93-B608-FA676C913134}" type="presParOf" srcId="{90AE7F5F-4C7A-4891-874E-96B6A4212D80}" destId="{050CC1E4-4A56-4568-ACFB-1E9D62AFDB10}" srcOrd="3" destOrd="0" presId="urn:microsoft.com/office/officeart/2008/layout/LinedList"/>
    <dgm:cxn modelId="{DDE631AE-1071-42E2-829D-F2DC2F0F6B68}" type="presParOf" srcId="{050CC1E4-4A56-4568-ACFB-1E9D62AFDB10}" destId="{26D4126D-FC0E-462B-93B4-F723B08B45AF}" srcOrd="0" destOrd="0" presId="urn:microsoft.com/office/officeart/2008/layout/LinedList"/>
    <dgm:cxn modelId="{A829F031-32A8-4702-915C-AA0890F15A8C}" type="presParOf" srcId="{050CC1E4-4A56-4568-ACFB-1E9D62AFDB10}" destId="{F4181C83-7182-47DF-8B8A-475584FF2BF7}" srcOrd="1" destOrd="0" presId="urn:microsoft.com/office/officeart/2008/layout/LinedList"/>
    <dgm:cxn modelId="{181F7BC1-E0F0-4EBD-9067-27B37ADC60AC}" type="presParOf" srcId="{90AE7F5F-4C7A-4891-874E-96B6A4212D80}" destId="{FEC4E115-B003-4DBC-9D56-6C160F2083DF}" srcOrd="4" destOrd="0" presId="urn:microsoft.com/office/officeart/2008/layout/LinedList"/>
    <dgm:cxn modelId="{106886F7-81B6-4006-872B-ABC711267861}" type="presParOf" srcId="{90AE7F5F-4C7A-4891-874E-96B6A4212D80}" destId="{8866AB92-2812-41DC-9913-02C5F5389489}" srcOrd="5" destOrd="0" presId="urn:microsoft.com/office/officeart/2008/layout/LinedList"/>
    <dgm:cxn modelId="{4650ECDD-5519-4383-9619-C6BB16066392}" type="presParOf" srcId="{8866AB92-2812-41DC-9913-02C5F5389489}" destId="{B13A4FC3-A8EC-461D-AC32-4E34ED01DDFC}" srcOrd="0" destOrd="0" presId="urn:microsoft.com/office/officeart/2008/layout/LinedList"/>
    <dgm:cxn modelId="{B4250EDD-ADFD-46A5-B550-FB4C078D6B78}" type="presParOf" srcId="{8866AB92-2812-41DC-9913-02C5F5389489}" destId="{5E34CE91-2E8C-4712-B620-C38179883DFA}" srcOrd="1" destOrd="0" presId="urn:microsoft.com/office/officeart/2008/layout/LinedList"/>
    <dgm:cxn modelId="{E082E752-A4C1-4EE4-8BFD-B17826C6258E}" type="presParOf" srcId="{90AE7F5F-4C7A-4891-874E-96B6A4212D80}" destId="{0F5D60FC-7FCD-467A-9CD9-D23FED1EE761}" srcOrd="6" destOrd="0" presId="urn:microsoft.com/office/officeart/2008/layout/LinedList"/>
    <dgm:cxn modelId="{05992083-AB67-4DE8-AA70-A4757BDDA96A}" type="presParOf" srcId="{90AE7F5F-4C7A-4891-874E-96B6A4212D80}" destId="{AC25AD75-281D-46F4-9A56-D8FF40A0DE51}" srcOrd="7" destOrd="0" presId="urn:microsoft.com/office/officeart/2008/layout/LinedList"/>
    <dgm:cxn modelId="{BF69F39E-74F5-4D23-B15B-0E3079CD1B31}" type="presParOf" srcId="{AC25AD75-281D-46F4-9A56-D8FF40A0DE51}" destId="{C8ED2D6C-F918-4391-B440-D621E8F016BB}" srcOrd="0" destOrd="0" presId="urn:microsoft.com/office/officeart/2008/layout/LinedList"/>
    <dgm:cxn modelId="{2566B2F0-9DAA-473E-9D38-1B96FFAF118A}" type="presParOf" srcId="{AC25AD75-281D-46F4-9A56-D8FF40A0DE51}" destId="{049A8BD6-8809-4FCA-93EB-DE2B13E79685}" srcOrd="1" destOrd="0" presId="urn:microsoft.com/office/officeart/2008/layout/LinedList"/>
    <dgm:cxn modelId="{DE293ED6-E7E8-4481-A27F-99F83C55C156}" type="presParOf" srcId="{90AE7F5F-4C7A-4891-874E-96B6A4212D80}" destId="{B95AF5B0-3863-422B-BCEA-8B18B0000347}" srcOrd="8" destOrd="0" presId="urn:microsoft.com/office/officeart/2008/layout/LinedList"/>
    <dgm:cxn modelId="{5C64F070-10D3-4931-A422-1101A0150961}" type="presParOf" srcId="{90AE7F5F-4C7A-4891-874E-96B6A4212D80}" destId="{50897635-DFFC-4F0D-968E-D5B6920D10B5}" srcOrd="9" destOrd="0" presId="urn:microsoft.com/office/officeart/2008/layout/LinedList"/>
    <dgm:cxn modelId="{33909102-9899-496C-A022-733020854119}" type="presParOf" srcId="{50897635-DFFC-4F0D-968E-D5B6920D10B5}" destId="{AE7318E5-BDCE-4C1B-8FF2-596B989B273D}" srcOrd="0" destOrd="0" presId="urn:microsoft.com/office/officeart/2008/layout/LinedList"/>
    <dgm:cxn modelId="{56E65AE5-C25C-4646-A1DD-540A7CA62B1D}" type="presParOf" srcId="{50897635-DFFC-4F0D-968E-D5B6920D10B5}" destId="{492AE653-A8AA-467C-A66A-F87274AD3076}" srcOrd="1" destOrd="0" presId="urn:microsoft.com/office/officeart/2008/layout/LinedList"/>
    <dgm:cxn modelId="{C413D854-AA71-4D92-B1DF-ADB5F4B82AB9}" type="presParOf" srcId="{90AE7F5F-4C7A-4891-874E-96B6A4212D80}" destId="{6AB22652-2A36-4AE3-AC66-3A9DEDA5BF9B}" srcOrd="10" destOrd="0" presId="urn:microsoft.com/office/officeart/2008/layout/LinedList"/>
    <dgm:cxn modelId="{46045424-BC20-423E-B26B-31F940A1960E}" type="presParOf" srcId="{90AE7F5F-4C7A-4891-874E-96B6A4212D80}" destId="{79EADE8C-9225-4504-9BC6-72A8919AF18C}" srcOrd="11" destOrd="0" presId="urn:microsoft.com/office/officeart/2008/layout/LinedList"/>
    <dgm:cxn modelId="{D7C1DAFF-FE68-4D37-8DE0-8D617ACCAA9D}" type="presParOf" srcId="{79EADE8C-9225-4504-9BC6-72A8919AF18C}" destId="{729ABF8C-2DF8-4DC7-B879-5786CE131DCF}" srcOrd="0" destOrd="0" presId="urn:microsoft.com/office/officeart/2008/layout/LinedList"/>
    <dgm:cxn modelId="{98089EB4-CF19-482B-942D-E02EC8C102D1}" type="presParOf" srcId="{79EADE8C-9225-4504-9BC6-72A8919AF18C}" destId="{D841DE9E-9B0E-4719-866A-460521367BE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BCBEF1-CA52-45FA-8D6C-B9A16546A363}" type="doc">
      <dgm:prSet loTypeId="urn:microsoft.com/office/officeart/2005/8/layout/bProcess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BD0497-40E8-474C-B32A-B32DB8489871}">
      <dgm:prSet/>
      <dgm:spPr/>
      <dgm:t>
        <a:bodyPr/>
        <a:lstStyle/>
        <a:p>
          <a:r>
            <a:rPr lang="en-US" b="1"/>
            <a:t>With pipeline (benefits):</a:t>
          </a:r>
          <a:endParaRPr lang="en-US"/>
        </a:p>
      </dgm:t>
    </dgm:pt>
    <dgm:pt modelId="{BCB15971-4657-4FA0-8CD5-576DABB9C5E8}" type="parTrans" cxnId="{F0560480-D9DE-4680-B1C1-C5339A8AFDA6}">
      <dgm:prSet/>
      <dgm:spPr/>
      <dgm:t>
        <a:bodyPr/>
        <a:lstStyle/>
        <a:p>
          <a:endParaRPr lang="en-US"/>
        </a:p>
      </dgm:t>
    </dgm:pt>
    <dgm:pt modelId="{934158E5-2B65-4C1C-B86A-B7B4E5350793}" type="sibTrans" cxnId="{F0560480-D9DE-4680-B1C1-C5339A8AFDA6}">
      <dgm:prSet/>
      <dgm:spPr/>
      <dgm:t>
        <a:bodyPr/>
        <a:lstStyle/>
        <a:p>
          <a:endParaRPr lang="en-US"/>
        </a:p>
      </dgm:t>
    </dgm:pt>
    <dgm:pt modelId="{1983ACDE-1664-44AF-AE66-521B9AEB1452}">
      <dgm:prSet/>
      <dgm:spPr/>
      <dgm:t>
        <a:bodyPr/>
        <a:lstStyle/>
        <a:p>
          <a:r>
            <a:rPr lang="en-US"/>
            <a:t>✔ Structured flow</a:t>
          </a:r>
          <a:br>
            <a:rPr lang="en-US"/>
          </a:br>
          <a:r>
            <a:rPr lang="en-US"/>
            <a:t>✔ Reusable logic</a:t>
          </a:r>
          <a:br>
            <a:rPr lang="en-US"/>
          </a:br>
          <a:r>
            <a:rPr lang="en-US"/>
            <a:t>✔ Optimized execution</a:t>
          </a:r>
          <a:br>
            <a:rPr lang="en-US"/>
          </a:br>
          <a:r>
            <a:rPr lang="en-US"/>
            <a:t>✔ Fault tolerance</a:t>
          </a:r>
          <a:br>
            <a:rPr lang="en-US"/>
          </a:br>
          <a:r>
            <a:rPr lang="en-US"/>
            <a:t>✔ Scales to TBs of data</a:t>
          </a:r>
        </a:p>
      </dgm:t>
    </dgm:pt>
    <dgm:pt modelId="{4B6D8DFC-C0A6-4263-AE0B-3B149710EC7D}" type="parTrans" cxnId="{1C17022E-63BE-44A7-AE75-EBEAD2229424}">
      <dgm:prSet/>
      <dgm:spPr/>
      <dgm:t>
        <a:bodyPr/>
        <a:lstStyle/>
        <a:p>
          <a:endParaRPr lang="en-US"/>
        </a:p>
      </dgm:t>
    </dgm:pt>
    <dgm:pt modelId="{0C58DAEE-BB8E-4017-9FE5-AEAD099C02AE}" type="sibTrans" cxnId="{1C17022E-63BE-44A7-AE75-EBEAD2229424}">
      <dgm:prSet/>
      <dgm:spPr/>
      <dgm:t>
        <a:bodyPr/>
        <a:lstStyle/>
        <a:p>
          <a:endParaRPr lang="en-US"/>
        </a:p>
      </dgm:t>
    </dgm:pt>
    <dgm:pt modelId="{E3EAE69D-46E8-41A9-B190-80F4F3378A58}" type="pres">
      <dgm:prSet presAssocID="{FEBCBEF1-CA52-45FA-8D6C-B9A16546A363}" presName="diagram" presStyleCnt="0">
        <dgm:presLayoutVars>
          <dgm:dir/>
          <dgm:resizeHandles/>
        </dgm:presLayoutVars>
      </dgm:prSet>
      <dgm:spPr/>
    </dgm:pt>
    <dgm:pt modelId="{04F7A25D-1185-4B99-BBCC-EFC15BE4ACD4}" type="pres">
      <dgm:prSet presAssocID="{01BD0497-40E8-474C-B32A-B32DB8489871}" presName="firstNode" presStyleLbl="node1" presStyleIdx="0" presStyleCnt="2">
        <dgm:presLayoutVars>
          <dgm:bulletEnabled val="1"/>
        </dgm:presLayoutVars>
      </dgm:prSet>
      <dgm:spPr/>
    </dgm:pt>
    <dgm:pt modelId="{D57F7730-0284-4CE2-A636-CB920359A0C5}" type="pres">
      <dgm:prSet presAssocID="{934158E5-2B65-4C1C-B86A-B7B4E5350793}" presName="sibTrans" presStyleLbl="sibTrans2D1" presStyleIdx="0" presStyleCnt="1"/>
      <dgm:spPr/>
    </dgm:pt>
    <dgm:pt modelId="{845F70CE-F045-4BB2-8D89-2F12B7E68520}" type="pres">
      <dgm:prSet presAssocID="{1983ACDE-1664-44AF-AE66-521B9AEB1452}" presName="lastNode" presStyleLbl="node1" presStyleIdx="1" presStyleCnt="2">
        <dgm:presLayoutVars>
          <dgm:bulletEnabled val="1"/>
        </dgm:presLayoutVars>
      </dgm:prSet>
      <dgm:spPr/>
    </dgm:pt>
  </dgm:ptLst>
  <dgm:cxnLst>
    <dgm:cxn modelId="{9E25FA03-DB73-45D2-8B06-E9DB96F4EC86}" type="presOf" srcId="{FEBCBEF1-CA52-45FA-8D6C-B9A16546A363}" destId="{E3EAE69D-46E8-41A9-B190-80F4F3378A58}" srcOrd="0" destOrd="0" presId="urn:microsoft.com/office/officeart/2005/8/layout/bProcess2"/>
    <dgm:cxn modelId="{1C17022E-63BE-44A7-AE75-EBEAD2229424}" srcId="{FEBCBEF1-CA52-45FA-8D6C-B9A16546A363}" destId="{1983ACDE-1664-44AF-AE66-521B9AEB1452}" srcOrd="1" destOrd="0" parTransId="{4B6D8DFC-C0A6-4263-AE0B-3B149710EC7D}" sibTransId="{0C58DAEE-BB8E-4017-9FE5-AEAD099C02AE}"/>
    <dgm:cxn modelId="{2AAD5F3E-F6C6-4F87-BD13-8FF953CB59FD}" type="presOf" srcId="{1983ACDE-1664-44AF-AE66-521B9AEB1452}" destId="{845F70CE-F045-4BB2-8D89-2F12B7E68520}" srcOrd="0" destOrd="0" presId="urn:microsoft.com/office/officeart/2005/8/layout/bProcess2"/>
    <dgm:cxn modelId="{DC9C554E-362C-4E4B-8AFD-E4B8599F959E}" type="presOf" srcId="{934158E5-2B65-4C1C-B86A-B7B4E5350793}" destId="{D57F7730-0284-4CE2-A636-CB920359A0C5}" srcOrd="0" destOrd="0" presId="urn:microsoft.com/office/officeart/2005/8/layout/bProcess2"/>
    <dgm:cxn modelId="{F0560480-D9DE-4680-B1C1-C5339A8AFDA6}" srcId="{FEBCBEF1-CA52-45FA-8D6C-B9A16546A363}" destId="{01BD0497-40E8-474C-B32A-B32DB8489871}" srcOrd="0" destOrd="0" parTransId="{BCB15971-4657-4FA0-8CD5-576DABB9C5E8}" sibTransId="{934158E5-2B65-4C1C-B86A-B7B4E5350793}"/>
    <dgm:cxn modelId="{65432296-2D76-4E4D-8416-C05C6041DB70}" type="presOf" srcId="{01BD0497-40E8-474C-B32A-B32DB8489871}" destId="{04F7A25D-1185-4B99-BBCC-EFC15BE4ACD4}" srcOrd="0" destOrd="0" presId="urn:microsoft.com/office/officeart/2005/8/layout/bProcess2"/>
    <dgm:cxn modelId="{F3C88D67-2132-4DCC-B35B-E2A0A769BF7D}" type="presParOf" srcId="{E3EAE69D-46E8-41A9-B190-80F4F3378A58}" destId="{04F7A25D-1185-4B99-BBCC-EFC15BE4ACD4}" srcOrd="0" destOrd="0" presId="urn:microsoft.com/office/officeart/2005/8/layout/bProcess2"/>
    <dgm:cxn modelId="{C3513730-2075-46D7-A61B-39C0845B690F}" type="presParOf" srcId="{E3EAE69D-46E8-41A9-B190-80F4F3378A58}" destId="{D57F7730-0284-4CE2-A636-CB920359A0C5}" srcOrd="1" destOrd="0" presId="urn:microsoft.com/office/officeart/2005/8/layout/bProcess2"/>
    <dgm:cxn modelId="{8A5EDE24-E355-4A0E-918C-90F098FC9DC1}" type="presParOf" srcId="{E3EAE69D-46E8-41A9-B190-80F4F3378A58}" destId="{845F70CE-F045-4BB2-8D89-2F12B7E68520}" srcOrd="2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D13E108-51CF-4697-8EEB-D67F7483E47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DE57C8-3DB0-4850-9AF1-1E95425200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Use Spark pipelines when:</a:t>
          </a:r>
          <a:endParaRPr lang="en-US"/>
        </a:p>
      </dgm:t>
    </dgm:pt>
    <dgm:pt modelId="{D93E8C4F-96D8-4939-922E-0F2B576B1996}" type="parTrans" cxnId="{27CC742F-4600-4795-9649-0CDEE08C9283}">
      <dgm:prSet/>
      <dgm:spPr/>
      <dgm:t>
        <a:bodyPr/>
        <a:lstStyle/>
        <a:p>
          <a:endParaRPr lang="en-US"/>
        </a:p>
      </dgm:t>
    </dgm:pt>
    <dgm:pt modelId="{A6349CDC-C92C-4F32-952A-B7CAC064D4BE}" type="sibTrans" cxnId="{27CC742F-4600-4795-9649-0CDEE08C9283}">
      <dgm:prSet/>
      <dgm:spPr/>
      <dgm:t>
        <a:bodyPr/>
        <a:lstStyle/>
        <a:p>
          <a:endParaRPr lang="en-US"/>
        </a:p>
      </dgm:t>
    </dgm:pt>
    <dgm:pt modelId="{39B81E09-299D-424A-BD66-4A3627791A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is </a:t>
          </a:r>
          <a:r>
            <a:rPr lang="en-US" b="1"/>
            <a:t>large</a:t>
          </a:r>
          <a:endParaRPr lang="en-US"/>
        </a:p>
      </dgm:t>
    </dgm:pt>
    <dgm:pt modelId="{CB64FE93-0CC6-4D7D-9961-19C59A487350}" type="parTrans" cxnId="{DD570D00-6BFE-42B9-ADF1-27AB761F4B73}">
      <dgm:prSet/>
      <dgm:spPr/>
      <dgm:t>
        <a:bodyPr/>
        <a:lstStyle/>
        <a:p>
          <a:endParaRPr lang="en-US"/>
        </a:p>
      </dgm:t>
    </dgm:pt>
    <dgm:pt modelId="{CD31F8DB-F420-4087-9BCC-2A97FC185AD0}" type="sibTrans" cxnId="{DD570D00-6BFE-42B9-ADF1-27AB761F4B73}">
      <dgm:prSet/>
      <dgm:spPr/>
      <dgm:t>
        <a:bodyPr/>
        <a:lstStyle/>
        <a:p>
          <a:endParaRPr lang="en-US"/>
        </a:p>
      </dgm:t>
    </dgm:pt>
    <dgm:pt modelId="{EA28B85C-E6FE-4FEC-95D3-9E185F6C0E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Processing is </a:t>
          </a:r>
          <a:r>
            <a:rPr lang="en-US" b="1" dirty="0"/>
            <a:t>repeatable</a:t>
          </a:r>
          <a:endParaRPr lang="en-US" dirty="0"/>
        </a:p>
      </dgm:t>
    </dgm:pt>
    <dgm:pt modelId="{E2C4698E-EFB5-46C4-913F-3A3602B3258A}" type="parTrans" cxnId="{C4B804E8-4611-4E2F-AD82-F305B807B02B}">
      <dgm:prSet/>
      <dgm:spPr/>
      <dgm:t>
        <a:bodyPr/>
        <a:lstStyle/>
        <a:p>
          <a:endParaRPr lang="en-US"/>
        </a:p>
      </dgm:t>
    </dgm:pt>
    <dgm:pt modelId="{6E171852-7582-4B7F-AFDA-DAB75F9165ED}" type="sibTrans" cxnId="{C4B804E8-4611-4E2F-AD82-F305B807B02B}">
      <dgm:prSet/>
      <dgm:spPr/>
      <dgm:t>
        <a:bodyPr/>
        <a:lstStyle/>
        <a:p>
          <a:endParaRPr lang="en-US"/>
        </a:p>
      </dgm:t>
    </dgm:pt>
    <dgm:pt modelId="{530A2FE7-A746-4857-A03B-A815E4633B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Steps are </a:t>
          </a:r>
          <a:r>
            <a:rPr lang="en-US" b="1"/>
            <a:t>dependent</a:t>
          </a:r>
          <a:endParaRPr lang="en-US"/>
        </a:p>
      </dgm:t>
    </dgm:pt>
    <dgm:pt modelId="{0736CC60-7AFF-42F2-89A7-9DBA292F5631}" type="parTrans" cxnId="{AF8420A1-E1B1-41A1-8F7B-C1AA9943352D}">
      <dgm:prSet/>
      <dgm:spPr/>
      <dgm:t>
        <a:bodyPr/>
        <a:lstStyle/>
        <a:p>
          <a:endParaRPr lang="en-US"/>
        </a:p>
      </dgm:t>
    </dgm:pt>
    <dgm:pt modelId="{375E541C-51E8-44BD-BF03-237E49D6058D}" type="sibTrans" cxnId="{AF8420A1-E1B1-41A1-8F7B-C1AA9943352D}">
      <dgm:prSet/>
      <dgm:spPr/>
      <dgm:t>
        <a:bodyPr/>
        <a:lstStyle/>
        <a:p>
          <a:endParaRPr lang="en-US"/>
        </a:p>
      </dgm:t>
    </dgm:pt>
    <dgm:pt modelId="{37BA7568-A118-4E8A-A4CC-3DB412E860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is </a:t>
          </a:r>
          <a:r>
            <a:rPr lang="en-US" b="1"/>
            <a:t>distributed</a:t>
          </a:r>
          <a:endParaRPr lang="en-US"/>
        </a:p>
      </dgm:t>
    </dgm:pt>
    <dgm:pt modelId="{B82B3A21-0C14-4E49-9B6E-FE7F0C29E47A}" type="parTrans" cxnId="{82BA95AC-4CA5-4924-8774-AB4B31851F32}">
      <dgm:prSet/>
      <dgm:spPr/>
      <dgm:t>
        <a:bodyPr/>
        <a:lstStyle/>
        <a:p>
          <a:endParaRPr lang="en-US"/>
        </a:p>
      </dgm:t>
    </dgm:pt>
    <dgm:pt modelId="{40F9D284-348C-43FF-94DE-6911B35CBA61}" type="sibTrans" cxnId="{82BA95AC-4CA5-4924-8774-AB4B31851F32}">
      <dgm:prSet/>
      <dgm:spPr/>
      <dgm:t>
        <a:bodyPr/>
        <a:lstStyle/>
        <a:p>
          <a:endParaRPr lang="en-US"/>
        </a:p>
      </dgm:t>
    </dgm:pt>
    <dgm:pt modelId="{554EE173-EC37-423C-8577-600AC94C47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Speed matters</a:t>
          </a:r>
        </a:p>
      </dgm:t>
    </dgm:pt>
    <dgm:pt modelId="{877ADF00-6630-462B-94E2-CC7AF2972953}" type="parTrans" cxnId="{075BD71A-8A7E-47AE-9C56-C2535C000AE7}">
      <dgm:prSet/>
      <dgm:spPr/>
      <dgm:t>
        <a:bodyPr/>
        <a:lstStyle/>
        <a:p>
          <a:endParaRPr lang="en-US"/>
        </a:p>
      </dgm:t>
    </dgm:pt>
    <dgm:pt modelId="{E167DCAB-1B3A-43DD-AC2A-8B26F3E2070D}" type="sibTrans" cxnId="{075BD71A-8A7E-47AE-9C56-C2535C000AE7}">
      <dgm:prSet/>
      <dgm:spPr/>
      <dgm:t>
        <a:bodyPr/>
        <a:lstStyle/>
        <a:p>
          <a:endParaRPr lang="en-US"/>
        </a:p>
      </dgm:t>
    </dgm:pt>
    <dgm:pt modelId="{C5E9D709-C76A-4B11-972D-ACF005FEEE0C}" type="pres">
      <dgm:prSet presAssocID="{5D13E108-51CF-4697-8EEB-D67F7483E476}" presName="root" presStyleCnt="0">
        <dgm:presLayoutVars>
          <dgm:dir/>
          <dgm:resizeHandles val="exact"/>
        </dgm:presLayoutVars>
      </dgm:prSet>
      <dgm:spPr/>
    </dgm:pt>
    <dgm:pt modelId="{5B0D0E2D-087D-4EA7-8C89-9670472EC0EA}" type="pres">
      <dgm:prSet presAssocID="{65DE57C8-3DB0-4850-9AF1-1E954252008C}" presName="compNode" presStyleCnt="0"/>
      <dgm:spPr/>
    </dgm:pt>
    <dgm:pt modelId="{2DABC5E8-57A1-46D7-A3C0-A2B690964678}" type="pres">
      <dgm:prSet presAssocID="{65DE57C8-3DB0-4850-9AF1-1E954252008C}" presName="bgRect" presStyleLbl="bgShp" presStyleIdx="0" presStyleCnt="6"/>
      <dgm:spPr/>
    </dgm:pt>
    <dgm:pt modelId="{925B63ED-6053-4D7C-AAE3-6A244BF91356}" type="pres">
      <dgm:prSet presAssocID="{65DE57C8-3DB0-4850-9AF1-1E954252008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ecracker"/>
        </a:ext>
      </dgm:extLst>
    </dgm:pt>
    <dgm:pt modelId="{819F04DB-4180-4D26-8F70-B621005DE2B7}" type="pres">
      <dgm:prSet presAssocID="{65DE57C8-3DB0-4850-9AF1-1E954252008C}" presName="spaceRect" presStyleCnt="0"/>
      <dgm:spPr/>
    </dgm:pt>
    <dgm:pt modelId="{7CC5E313-220D-4319-A56B-44CA1D51B35E}" type="pres">
      <dgm:prSet presAssocID="{65DE57C8-3DB0-4850-9AF1-1E954252008C}" presName="parTx" presStyleLbl="revTx" presStyleIdx="0" presStyleCnt="6">
        <dgm:presLayoutVars>
          <dgm:chMax val="0"/>
          <dgm:chPref val="0"/>
        </dgm:presLayoutVars>
      </dgm:prSet>
      <dgm:spPr/>
    </dgm:pt>
    <dgm:pt modelId="{BB708062-0474-46A0-8964-D45EE1E159D6}" type="pres">
      <dgm:prSet presAssocID="{A6349CDC-C92C-4F32-952A-B7CAC064D4BE}" presName="sibTrans" presStyleCnt="0"/>
      <dgm:spPr/>
    </dgm:pt>
    <dgm:pt modelId="{BC82DDA7-688C-47E9-8B59-EB760AB7A55E}" type="pres">
      <dgm:prSet presAssocID="{39B81E09-299D-424A-BD66-4A3627791A90}" presName="compNode" presStyleCnt="0"/>
      <dgm:spPr/>
    </dgm:pt>
    <dgm:pt modelId="{56108218-5FAD-463E-BF61-E5B4203D4637}" type="pres">
      <dgm:prSet presAssocID="{39B81E09-299D-424A-BD66-4A3627791A90}" presName="bgRect" presStyleLbl="bgShp" presStyleIdx="1" presStyleCnt="6"/>
      <dgm:spPr/>
    </dgm:pt>
    <dgm:pt modelId="{25350DD8-3CB1-451B-B85E-1394DE1C0EEE}" type="pres">
      <dgm:prSet presAssocID="{39B81E09-299D-424A-BD66-4A3627791A9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7EBD438-E12D-457C-8E3B-7408D75C0575}" type="pres">
      <dgm:prSet presAssocID="{39B81E09-299D-424A-BD66-4A3627791A90}" presName="spaceRect" presStyleCnt="0"/>
      <dgm:spPr/>
    </dgm:pt>
    <dgm:pt modelId="{D91B87FA-775A-4634-83BD-683A67800CCA}" type="pres">
      <dgm:prSet presAssocID="{39B81E09-299D-424A-BD66-4A3627791A90}" presName="parTx" presStyleLbl="revTx" presStyleIdx="1" presStyleCnt="6">
        <dgm:presLayoutVars>
          <dgm:chMax val="0"/>
          <dgm:chPref val="0"/>
        </dgm:presLayoutVars>
      </dgm:prSet>
      <dgm:spPr/>
    </dgm:pt>
    <dgm:pt modelId="{EE4D7416-749B-4B83-9E95-02E16044FADD}" type="pres">
      <dgm:prSet presAssocID="{CD31F8DB-F420-4087-9BCC-2A97FC185AD0}" presName="sibTrans" presStyleCnt="0"/>
      <dgm:spPr/>
    </dgm:pt>
    <dgm:pt modelId="{6C488957-7F08-401A-9072-0BDCFE9C51AC}" type="pres">
      <dgm:prSet presAssocID="{EA28B85C-E6FE-4FEC-95D3-9E185F6C0ED6}" presName="compNode" presStyleCnt="0"/>
      <dgm:spPr/>
    </dgm:pt>
    <dgm:pt modelId="{1EF66802-E3B8-4ED5-BED1-5E86E5861BB4}" type="pres">
      <dgm:prSet presAssocID="{EA28B85C-E6FE-4FEC-95D3-9E185F6C0ED6}" presName="bgRect" presStyleLbl="bgShp" presStyleIdx="2" presStyleCnt="6"/>
      <dgm:spPr/>
    </dgm:pt>
    <dgm:pt modelId="{09CF105B-08AA-40C1-B865-714E48499D59}" type="pres">
      <dgm:prSet presAssocID="{EA28B85C-E6FE-4FEC-95D3-9E185F6C0ED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26DB2EBE-8A87-4479-AE28-666FE5485DE7}" type="pres">
      <dgm:prSet presAssocID="{EA28B85C-E6FE-4FEC-95D3-9E185F6C0ED6}" presName="spaceRect" presStyleCnt="0"/>
      <dgm:spPr/>
    </dgm:pt>
    <dgm:pt modelId="{1C4C4023-FDBA-4821-AD53-DB478045BAE3}" type="pres">
      <dgm:prSet presAssocID="{EA28B85C-E6FE-4FEC-95D3-9E185F6C0ED6}" presName="parTx" presStyleLbl="revTx" presStyleIdx="2" presStyleCnt="6">
        <dgm:presLayoutVars>
          <dgm:chMax val="0"/>
          <dgm:chPref val="0"/>
        </dgm:presLayoutVars>
      </dgm:prSet>
      <dgm:spPr/>
    </dgm:pt>
    <dgm:pt modelId="{AD7EF3A3-F90E-4B94-81E7-93773DD10DA6}" type="pres">
      <dgm:prSet presAssocID="{6E171852-7582-4B7F-AFDA-DAB75F9165ED}" presName="sibTrans" presStyleCnt="0"/>
      <dgm:spPr/>
    </dgm:pt>
    <dgm:pt modelId="{03925201-625D-4504-A8F8-67E8B9EB18C7}" type="pres">
      <dgm:prSet presAssocID="{530A2FE7-A746-4857-A03B-A815E4633BB0}" presName="compNode" presStyleCnt="0"/>
      <dgm:spPr/>
    </dgm:pt>
    <dgm:pt modelId="{5ADFE41C-7F84-4201-9093-12BCAABDE270}" type="pres">
      <dgm:prSet presAssocID="{530A2FE7-A746-4857-A03B-A815E4633BB0}" presName="bgRect" presStyleLbl="bgShp" presStyleIdx="3" presStyleCnt="6"/>
      <dgm:spPr/>
    </dgm:pt>
    <dgm:pt modelId="{BCCF3CF6-E73B-4BDC-A8B2-7796B0BE8B9B}" type="pres">
      <dgm:prSet presAssocID="{530A2FE7-A746-4857-A03B-A815E4633BB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8F7C3C2-7F3D-4DE8-A6D6-AA77C7108CBA}" type="pres">
      <dgm:prSet presAssocID="{530A2FE7-A746-4857-A03B-A815E4633BB0}" presName="spaceRect" presStyleCnt="0"/>
      <dgm:spPr/>
    </dgm:pt>
    <dgm:pt modelId="{26DC0F09-C909-42BC-BE72-1A10388D2F13}" type="pres">
      <dgm:prSet presAssocID="{530A2FE7-A746-4857-A03B-A815E4633BB0}" presName="parTx" presStyleLbl="revTx" presStyleIdx="3" presStyleCnt="6">
        <dgm:presLayoutVars>
          <dgm:chMax val="0"/>
          <dgm:chPref val="0"/>
        </dgm:presLayoutVars>
      </dgm:prSet>
      <dgm:spPr/>
    </dgm:pt>
    <dgm:pt modelId="{04914959-B4F6-48AE-BA60-63F4A1EDFC2E}" type="pres">
      <dgm:prSet presAssocID="{375E541C-51E8-44BD-BF03-237E49D6058D}" presName="sibTrans" presStyleCnt="0"/>
      <dgm:spPr/>
    </dgm:pt>
    <dgm:pt modelId="{FE4D3639-441C-4479-A1DB-1916FC50AC19}" type="pres">
      <dgm:prSet presAssocID="{37BA7568-A118-4E8A-A4CC-3DB412E860C7}" presName="compNode" presStyleCnt="0"/>
      <dgm:spPr/>
    </dgm:pt>
    <dgm:pt modelId="{B3FC9684-1270-440D-9D30-655423C69768}" type="pres">
      <dgm:prSet presAssocID="{37BA7568-A118-4E8A-A4CC-3DB412E860C7}" presName="bgRect" presStyleLbl="bgShp" presStyleIdx="4" presStyleCnt="6"/>
      <dgm:spPr/>
    </dgm:pt>
    <dgm:pt modelId="{FD12709F-C5A3-4BF4-8CBC-E569CC3EA79A}" type="pres">
      <dgm:prSet presAssocID="{37BA7568-A118-4E8A-A4CC-3DB412E860C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1A27507-FEF6-40F0-966D-9B142542B2CF}" type="pres">
      <dgm:prSet presAssocID="{37BA7568-A118-4E8A-A4CC-3DB412E860C7}" presName="spaceRect" presStyleCnt="0"/>
      <dgm:spPr/>
    </dgm:pt>
    <dgm:pt modelId="{9E508D21-E5C7-4BF0-B21D-7D2F10C3A47B}" type="pres">
      <dgm:prSet presAssocID="{37BA7568-A118-4E8A-A4CC-3DB412E860C7}" presName="parTx" presStyleLbl="revTx" presStyleIdx="4" presStyleCnt="6">
        <dgm:presLayoutVars>
          <dgm:chMax val="0"/>
          <dgm:chPref val="0"/>
        </dgm:presLayoutVars>
      </dgm:prSet>
      <dgm:spPr/>
    </dgm:pt>
    <dgm:pt modelId="{2C61B010-42A2-451C-9D54-448186F8B321}" type="pres">
      <dgm:prSet presAssocID="{40F9D284-348C-43FF-94DE-6911B35CBA61}" presName="sibTrans" presStyleCnt="0"/>
      <dgm:spPr/>
    </dgm:pt>
    <dgm:pt modelId="{E65A2041-EFC6-4523-917A-C00E9D6439A9}" type="pres">
      <dgm:prSet presAssocID="{554EE173-EC37-423C-8577-600AC94C471A}" presName="compNode" presStyleCnt="0"/>
      <dgm:spPr/>
    </dgm:pt>
    <dgm:pt modelId="{00EDB030-F5C3-4793-9858-6120EE35D4ED}" type="pres">
      <dgm:prSet presAssocID="{554EE173-EC37-423C-8577-600AC94C471A}" presName="bgRect" presStyleLbl="bgShp" presStyleIdx="5" presStyleCnt="6"/>
      <dgm:spPr/>
    </dgm:pt>
    <dgm:pt modelId="{5E8D4909-3B32-4EDC-BF7A-5A233E16814E}" type="pres">
      <dgm:prSet presAssocID="{554EE173-EC37-423C-8577-600AC94C471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D10EEA25-B716-48AF-832E-C347A7AA71E8}" type="pres">
      <dgm:prSet presAssocID="{554EE173-EC37-423C-8577-600AC94C471A}" presName="spaceRect" presStyleCnt="0"/>
      <dgm:spPr/>
    </dgm:pt>
    <dgm:pt modelId="{58250480-F31D-41BD-B786-8E3731C1AF1C}" type="pres">
      <dgm:prSet presAssocID="{554EE173-EC37-423C-8577-600AC94C471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D570D00-6BFE-42B9-ADF1-27AB761F4B73}" srcId="{5D13E108-51CF-4697-8EEB-D67F7483E476}" destId="{39B81E09-299D-424A-BD66-4A3627791A90}" srcOrd="1" destOrd="0" parTransId="{CB64FE93-0CC6-4D7D-9961-19C59A487350}" sibTransId="{CD31F8DB-F420-4087-9BCC-2A97FC185AD0}"/>
    <dgm:cxn modelId="{075BD71A-8A7E-47AE-9C56-C2535C000AE7}" srcId="{5D13E108-51CF-4697-8EEB-D67F7483E476}" destId="{554EE173-EC37-423C-8577-600AC94C471A}" srcOrd="5" destOrd="0" parTransId="{877ADF00-6630-462B-94E2-CC7AF2972953}" sibTransId="{E167DCAB-1B3A-43DD-AC2A-8B26F3E2070D}"/>
    <dgm:cxn modelId="{27CC742F-4600-4795-9649-0CDEE08C9283}" srcId="{5D13E108-51CF-4697-8EEB-D67F7483E476}" destId="{65DE57C8-3DB0-4850-9AF1-1E954252008C}" srcOrd="0" destOrd="0" parTransId="{D93E8C4F-96D8-4939-922E-0F2B576B1996}" sibTransId="{A6349CDC-C92C-4F32-952A-B7CAC064D4BE}"/>
    <dgm:cxn modelId="{2EB69944-145B-4513-A0FF-C389416B2B0C}" type="presOf" srcId="{65DE57C8-3DB0-4850-9AF1-1E954252008C}" destId="{7CC5E313-220D-4319-A56B-44CA1D51B35E}" srcOrd="0" destOrd="0" presId="urn:microsoft.com/office/officeart/2018/2/layout/IconVerticalSolidList"/>
    <dgm:cxn modelId="{C526B481-0E66-43E9-85FD-70E444D19671}" type="presOf" srcId="{37BA7568-A118-4E8A-A4CC-3DB412E860C7}" destId="{9E508D21-E5C7-4BF0-B21D-7D2F10C3A47B}" srcOrd="0" destOrd="0" presId="urn:microsoft.com/office/officeart/2018/2/layout/IconVerticalSolidList"/>
    <dgm:cxn modelId="{14EDC093-414D-461A-ACA8-55B58F0ECA67}" type="presOf" srcId="{5D13E108-51CF-4697-8EEB-D67F7483E476}" destId="{C5E9D709-C76A-4B11-972D-ACF005FEEE0C}" srcOrd="0" destOrd="0" presId="urn:microsoft.com/office/officeart/2018/2/layout/IconVerticalSolidList"/>
    <dgm:cxn modelId="{AF8420A1-E1B1-41A1-8F7B-C1AA9943352D}" srcId="{5D13E108-51CF-4697-8EEB-D67F7483E476}" destId="{530A2FE7-A746-4857-A03B-A815E4633BB0}" srcOrd="3" destOrd="0" parTransId="{0736CC60-7AFF-42F2-89A7-9DBA292F5631}" sibTransId="{375E541C-51E8-44BD-BF03-237E49D6058D}"/>
    <dgm:cxn modelId="{D3FC53A3-5796-4A01-9C7E-028219B19CB5}" type="presOf" srcId="{530A2FE7-A746-4857-A03B-A815E4633BB0}" destId="{26DC0F09-C909-42BC-BE72-1A10388D2F13}" srcOrd="0" destOrd="0" presId="urn:microsoft.com/office/officeart/2018/2/layout/IconVerticalSolidList"/>
    <dgm:cxn modelId="{82BA95AC-4CA5-4924-8774-AB4B31851F32}" srcId="{5D13E108-51CF-4697-8EEB-D67F7483E476}" destId="{37BA7568-A118-4E8A-A4CC-3DB412E860C7}" srcOrd="4" destOrd="0" parTransId="{B82B3A21-0C14-4E49-9B6E-FE7F0C29E47A}" sibTransId="{40F9D284-348C-43FF-94DE-6911B35CBA61}"/>
    <dgm:cxn modelId="{7EB410D1-5FE9-4D1D-9428-8249A3607F37}" type="presOf" srcId="{39B81E09-299D-424A-BD66-4A3627791A90}" destId="{D91B87FA-775A-4634-83BD-683A67800CCA}" srcOrd="0" destOrd="0" presId="urn:microsoft.com/office/officeart/2018/2/layout/IconVerticalSolidList"/>
    <dgm:cxn modelId="{5C9C60D3-DCAF-43A9-9B85-558067C6247A}" type="presOf" srcId="{EA28B85C-E6FE-4FEC-95D3-9E185F6C0ED6}" destId="{1C4C4023-FDBA-4821-AD53-DB478045BAE3}" srcOrd="0" destOrd="0" presId="urn:microsoft.com/office/officeart/2018/2/layout/IconVerticalSolidList"/>
    <dgm:cxn modelId="{19CD0FDD-64C6-4259-9571-3266407FFDF3}" type="presOf" srcId="{554EE173-EC37-423C-8577-600AC94C471A}" destId="{58250480-F31D-41BD-B786-8E3731C1AF1C}" srcOrd="0" destOrd="0" presId="urn:microsoft.com/office/officeart/2018/2/layout/IconVerticalSolidList"/>
    <dgm:cxn modelId="{C4B804E8-4611-4E2F-AD82-F305B807B02B}" srcId="{5D13E108-51CF-4697-8EEB-D67F7483E476}" destId="{EA28B85C-E6FE-4FEC-95D3-9E185F6C0ED6}" srcOrd="2" destOrd="0" parTransId="{E2C4698E-EFB5-46C4-913F-3A3602B3258A}" sibTransId="{6E171852-7582-4B7F-AFDA-DAB75F9165ED}"/>
    <dgm:cxn modelId="{559A4DDA-0097-49A2-B4AA-44E2D9B9C61A}" type="presParOf" srcId="{C5E9D709-C76A-4B11-972D-ACF005FEEE0C}" destId="{5B0D0E2D-087D-4EA7-8C89-9670472EC0EA}" srcOrd="0" destOrd="0" presId="urn:microsoft.com/office/officeart/2018/2/layout/IconVerticalSolidList"/>
    <dgm:cxn modelId="{46BE766E-0145-4AC7-8E13-73DDE82F348E}" type="presParOf" srcId="{5B0D0E2D-087D-4EA7-8C89-9670472EC0EA}" destId="{2DABC5E8-57A1-46D7-A3C0-A2B690964678}" srcOrd="0" destOrd="0" presId="urn:microsoft.com/office/officeart/2018/2/layout/IconVerticalSolidList"/>
    <dgm:cxn modelId="{C690119C-4966-4260-894F-2087C5C60D7D}" type="presParOf" srcId="{5B0D0E2D-087D-4EA7-8C89-9670472EC0EA}" destId="{925B63ED-6053-4D7C-AAE3-6A244BF91356}" srcOrd="1" destOrd="0" presId="urn:microsoft.com/office/officeart/2018/2/layout/IconVerticalSolidList"/>
    <dgm:cxn modelId="{143446B8-1265-44A3-819B-9A28AB3EF112}" type="presParOf" srcId="{5B0D0E2D-087D-4EA7-8C89-9670472EC0EA}" destId="{819F04DB-4180-4D26-8F70-B621005DE2B7}" srcOrd="2" destOrd="0" presId="urn:microsoft.com/office/officeart/2018/2/layout/IconVerticalSolidList"/>
    <dgm:cxn modelId="{77ACEEAB-F68B-47F1-86E6-E537C232CC19}" type="presParOf" srcId="{5B0D0E2D-087D-4EA7-8C89-9670472EC0EA}" destId="{7CC5E313-220D-4319-A56B-44CA1D51B35E}" srcOrd="3" destOrd="0" presId="urn:microsoft.com/office/officeart/2018/2/layout/IconVerticalSolidList"/>
    <dgm:cxn modelId="{AE52C7D1-FAD1-4352-B607-DA6669445A77}" type="presParOf" srcId="{C5E9D709-C76A-4B11-972D-ACF005FEEE0C}" destId="{BB708062-0474-46A0-8964-D45EE1E159D6}" srcOrd="1" destOrd="0" presId="urn:microsoft.com/office/officeart/2018/2/layout/IconVerticalSolidList"/>
    <dgm:cxn modelId="{480A1097-C8DF-421F-BE60-E0923DB0F1B4}" type="presParOf" srcId="{C5E9D709-C76A-4B11-972D-ACF005FEEE0C}" destId="{BC82DDA7-688C-47E9-8B59-EB760AB7A55E}" srcOrd="2" destOrd="0" presId="urn:microsoft.com/office/officeart/2018/2/layout/IconVerticalSolidList"/>
    <dgm:cxn modelId="{1E3C2F40-695F-46B8-892C-70638C572494}" type="presParOf" srcId="{BC82DDA7-688C-47E9-8B59-EB760AB7A55E}" destId="{56108218-5FAD-463E-BF61-E5B4203D4637}" srcOrd="0" destOrd="0" presId="urn:microsoft.com/office/officeart/2018/2/layout/IconVerticalSolidList"/>
    <dgm:cxn modelId="{9AEAB5BB-63A4-403A-B528-3020B67710F6}" type="presParOf" srcId="{BC82DDA7-688C-47E9-8B59-EB760AB7A55E}" destId="{25350DD8-3CB1-451B-B85E-1394DE1C0EEE}" srcOrd="1" destOrd="0" presId="urn:microsoft.com/office/officeart/2018/2/layout/IconVerticalSolidList"/>
    <dgm:cxn modelId="{F18F880E-1B3F-4B69-9261-8AC0E0D59ED7}" type="presParOf" srcId="{BC82DDA7-688C-47E9-8B59-EB760AB7A55E}" destId="{F7EBD438-E12D-457C-8E3B-7408D75C0575}" srcOrd="2" destOrd="0" presId="urn:microsoft.com/office/officeart/2018/2/layout/IconVerticalSolidList"/>
    <dgm:cxn modelId="{BE5F6138-AB58-41B0-83E4-DEDD363883D8}" type="presParOf" srcId="{BC82DDA7-688C-47E9-8B59-EB760AB7A55E}" destId="{D91B87FA-775A-4634-83BD-683A67800CCA}" srcOrd="3" destOrd="0" presId="urn:microsoft.com/office/officeart/2018/2/layout/IconVerticalSolidList"/>
    <dgm:cxn modelId="{C70CE0F6-BA84-49FA-8086-B7F2AF87B7D8}" type="presParOf" srcId="{C5E9D709-C76A-4B11-972D-ACF005FEEE0C}" destId="{EE4D7416-749B-4B83-9E95-02E16044FADD}" srcOrd="3" destOrd="0" presId="urn:microsoft.com/office/officeart/2018/2/layout/IconVerticalSolidList"/>
    <dgm:cxn modelId="{33ADA472-E13D-4424-889E-98C0D949595D}" type="presParOf" srcId="{C5E9D709-C76A-4B11-972D-ACF005FEEE0C}" destId="{6C488957-7F08-401A-9072-0BDCFE9C51AC}" srcOrd="4" destOrd="0" presId="urn:microsoft.com/office/officeart/2018/2/layout/IconVerticalSolidList"/>
    <dgm:cxn modelId="{A549FC4B-B66D-402C-A342-C363F456DB23}" type="presParOf" srcId="{6C488957-7F08-401A-9072-0BDCFE9C51AC}" destId="{1EF66802-E3B8-4ED5-BED1-5E86E5861BB4}" srcOrd="0" destOrd="0" presId="urn:microsoft.com/office/officeart/2018/2/layout/IconVerticalSolidList"/>
    <dgm:cxn modelId="{5C6A88BF-3A8B-4481-AB2F-83784AA5EE26}" type="presParOf" srcId="{6C488957-7F08-401A-9072-0BDCFE9C51AC}" destId="{09CF105B-08AA-40C1-B865-714E48499D59}" srcOrd="1" destOrd="0" presId="urn:microsoft.com/office/officeart/2018/2/layout/IconVerticalSolidList"/>
    <dgm:cxn modelId="{24EDDB8B-B1D0-4152-9598-F8331BFBD2D9}" type="presParOf" srcId="{6C488957-7F08-401A-9072-0BDCFE9C51AC}" destId="{26DB2EBE-8A87-4479-AE28-666FE5485DE7}" srcOrd="2" destOrd="0" presId="urn:microsoft.com/office/officeart/2018/2/layout/IconVerticalSolidList"/>
    <dgm:cxn modelId="{39C41E13-6F36-411F-A5B6-2440B7F6B559}" type="presParOf" srcId="{6C488957-7F08-401A-9072-0BDCFE9C51AC}" destId="{1C4C4023-FDBA-4821-AD53-DB478045BAE3}" srcOrd="3" destOrd="0" presId="urn:microsoft.com/office/officeart/2018/2/layout/IconVerticalSolidList"/>
    <dgm:cxn modelId="{6AA8CFB2-7F3C-4DF2-8577-D11F9838D86C}" type="presParOf" srcId="{C5E9D709-C76A-4B11-972D-ACF005FEEE0C}" destId="{AD7EF3A3-F90E-4B94-81E7-93773DD10DA6}" srcOrd="5" destOrd="0" presId="urn:microsoft.com/office/officeart/2018/2/layout/IconVerticalSolidList"/>
    <dgm:cxn modelId="{38462743-4C7D-4E4C-BFEA-0884C1014B18}" type="presParOf" srcId="{C5E9D709-C76A-4B11-972D-ACF005FEEE0C}" destId="{03925201-625D-4504-A8F8-67E8B9EB18C7}" srcOrd="6" destOrd="0" presId="urn:microsoft.com/office/officeart/2018/2/layout/IconVerticalSolidList"/>
    <dgm:cxn modelId="{01166C04-A81C-49A1-B024-566C086896D9}" type="presParOf" srcId="{03925201-625D-4504-A8F8-67E8B9EB18C7}" destId="{5ADFE41C-7F84-4201-9093-12BCAABDE270}" srcOrd="0" destOrd="0" presId="urn:microsoft.com/office/officeart/2018/2/layout/IconVerticalSolidList"/>
    <dgm:cxn modelId="{A8D1E2E9-F7E4-421D-92AC-F701045DE808}" type="presParOf" srcId="{03925201-625D-4504-A8F8-67E8B9EB18C7}" destId="{BCCF3CF6-E73B-4BDC-A8B2-7796B0BE8B9B}" srcOrd="1" destOrd="0" presId="urn:microsoft.com/office/officeart/2018/2/layout/IconVerticalSolidList"/>
    <dgm:cxn modelId="{D67499D5-3E9C-472F-82B3-1182C1F23778}" type="presParOf" srcId="{03925201-625D-4504-A8F8-67E8B9EB18C7}" destId="{F8F7C3C2-7F3D-4DE8-A6D6-AA77C7108CBA}" srcOrd="2" destOrd="0" presId="urn:microsoft.com/office/officeart/2018/2/layout/IconVerticalSolidList"/>
    <dgm:cxn modelId="{95C52659-A933-4D57-84A9-699D1F411EB9}" type="presParOf" srcId="{03925201-625D-4504-A8F8-67E8B9EB18C7}" destId="{26DC0F09-C909-42BC-BE72-1A10388D2F13}" srcOrd="3" destOrd="0" presId="urn:microsoft.com/office/officeart/2018/2/layout/IconVerticalSolidList"/>
    <dgm:cxn modelId="{1FC000BC-38CA-4F43-AB0B-14D1FF3C5300}" type="presParOf" srcId="{C5E9D709-C76A-4B11-972D-ACF005FEEE0C}" destId="{04914959-B4F6-48AE-BA60-63F4A1EDFC2E}" srcOrd="7" destOrd="0" presId="urn:microsoft.com/office/officeart/2018/2/layout/IconVerticalSolidList"/>
    <dgm:cxn modelId="{03DB2897-1065-4238-BD8B-1E2C5745EB1B}" type="presParOf" srcId="{C5E9D709-C76A-4B11-972D-ACF005FEEE0C}" destId="{FE4D3639-441C-4479-A1DB-1916FC50AC19}" srcOrd="8" destOrd="0" presId="urn:microsoft.com/office/officeart/2018/2/layout/IconVerticalSolidList"/>
    <dgm:cxn modelId="{559EB856-511B-4D08-ABA0-645399774041}" type="presParOf" srcId="{FE4D3639-441C-4479-A1DB-1916FC50AC19}" destId="{B3FC9684-1270-440D-9D30-655423C69768}" srcOrd="0" destOrd="0" presId="urn:microsoft.com/office/officeart/2018/2/layout/IconVerticalSolidList"/>
    <dgm:cxn modelId="{A67AB7EA-B013-40DB-A4E3-73F2D6C2F82D}" type="presParOf" srcId="{FE4D3639-441C-4479-A1DB-1916FC50AC19}" destId="{FD12709F-C5A3-4BF4-8CBC-E569CC3EA79A}" srcOrd="1" destOrd="0" presId="urn:microsoft.com/office/officeart/2018/2/layout/IconVerticalSolidList"/>
    <dgm:cxn modelId="{194FC262-431F-4376-82D2-257B53841077}" type="presParOf" srcId="{FE4D3639-441C-4479-A1DB-1916FC50AC19}" destId="{11A27507-FEF6-40F0-966D-9B142542B2CF}" srcOrd="2" destOrd="0" presId="urn:microsoft.com/office/officeart/2018/2/layout/IconVerticalSolidList"/>
    <dgm:cxn modelId="{36025889-A287-4F5C-A19A-229C7752E0B0}" type="presParOf" srcId="{FE4D3639-441C-4479-A1DB-1916FC50AC19}" destId="{9E508D21-E5C7-4BF0-B21D-7D2F10C3A47B}" srcOrd="3" destOrd="0" presId="urn:microsoft.com/office/officeart/2018/2/layout/IconVerticalSolidList"/>
    <dgm:cxn modelId="{F078285C-CC43-4836-A4D7-D04E72CCDF98}" type="presParOf" srcId="{C5E9D709-C76A-4B11-972D-ACF005FEEE0C}" destId="{2C61B010-42A2-451C-9D54-448186F8B321}" srcOrd="9" destOrd="0" presId="urn:microsoft.com/office/officeart/2018/2/layout/IconVerticalSolidList"/>
    <dgm:cxn modelId="{9455046B-2975-4437-8073-00F566292E7B}" type="presParOf" srcId="{C5E9D709-C76A-4B11-972D-ACF005FEEE0C}" destId="{E65A2041-EFC6-4523-917A-C00E9D6439A9}" srcOrd="10" destOrd="0" presId="urn:microsoft.com/office/officeart/2018/2/layout/IconVerticalSolidList"/>
    <dgm:cxn modelId="{0E5F18D7-925D-44AE-AADA-31AFA901049D}" type="presParOf" srcId="{E65A2041-EFC6-4523-917A-C00E9D6439A9}" destId="{00EDB030-F5C3-4793-9858-6120EE35D4ED}" srcOrd="0" destOrd="0" presId="urn:microsoft.com/office/officeart/2018/2/layout/IconVerticalSolidList"/>
    <dgm:cxn modelId="{BF25CE6C-B074-4B36-A35B-115B8AD323C3}" type="presParOf" srcId="{E65A2041-EFC6-4523-917A-C00E9D6439A9}" destId="{5E8D4909-3B32-4EDC-BF7A-5A233E16814E}" srcOrd="1" destOrd="0" presId="urn:microsoft.com/office/officeart/2018/2/layout/IconVerticalSolidList"/>
    <dgm:cxn modelId="{381DCBCD-3CE5-49C2-9B87-687F1A89BE81}" type="presParOf" srcId="{E65A2041-EFC6-4523-917A-C00E9D6439A9}" destId="{D10EEA25-B716-48AF-832E-C347A7AA71E8}" srcOrd="2" destOrd="0" presId="urn:microsoft.com/office/officeart/2018/2/layout/IconVerticalSolidList"/>
    <dgm:cxn modelId="{08DD969D-24DD-46EF-AC26-60D035436CBE}" type="presParOf" srcId="{E65A2041-EFC6-4523-917A-C00E9D6439A9}" destId="{58250480-F31D-41BD-B786-8E3731C1AF1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5E4B08F-78F3-4FB3-A85B-3C2E9FF84E7A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9DE4AB-BCCD-462C-8876-F9AD360B589F}">
      <dgm:prSet/>
      <dgm:spPr/>
      <dgm:t>
        <a:bodyPr/>
        <a:lstStyle/>
        <a:p>
          <a:r>
            <a:rPr lang="en-US" b="1"/>
            <a:t>Step-by-step flow:</a:t>
          </a:r>
          <a:endParaRPr lang="en-US"/>
        </a:p>
      </dgm:t>
    </dgm:pt>
    <dgm:pt modelId="{E26B9F22-3AFD-453D-B820-5328E1A2A024}" type="parTrans" cxnId="{175D6EFD-9C43-4480-9B37-9CF14D49FDF8}">
      <dgm:prSet/>
      <dgm:spPr/>
      <dgm:t>
        <a:bodyPr/>
        <a:lstStyle/>
        <a:p>
          <a:endParaRPr lang="en-US"/>
        </a:p>
      </dgm:t>
    </dgm:pt>
    <dgm:pt modelId="{D894869A-D56C-427F-A7E4-7EBA323FBB78}" type="sibTrans" cxnId="{175D6EFD-9C43-4480-9B37-9CF14D49FDF8}">
      <dgm:prSet/>
      <dgm:spPr/>
      <dgm:t>
        <a:bodyPr/>
        <a:lstStyle/>
        <a:p>
          <a:endParaRPr lang="en-US"/>
        </a:p>
      </dgm:t>
    </dgm:pt>
    <dgm:pt modelId="{3014CD66-559E-4675-8E23-70A41FA13D01}">
      <dgm:prSet/>
      <dgm:spPr/>
      <dgm:t>
        <a:bodyPr/>
        <a:lstStyle/>
        <a:p>
          <a:r>
            <a:rPr lang="en-US" b="1"/>
            <a:t>Create SparkSession</a:t>
          </a:r>
          <a:endParaRPr lang="en-US"/>
        </a:p>
      </dgm:t>
    </dgm:pt>
    <dgm:pt modelId="{A41C7289-8672-4440-871C-78297FBAF0C4}" type="parTrans" cxnId="{D2302952-CC95-44E1-9DA7-A10F57DC7B2B}">
      <dgm:prSet/>
      <dgm:spPr/>
      <dgm:t>
        <a:bodyPr/>
        <a:lstStyle/>
        <a:p>
          <a:endParaRPr lang="en-US"/>
        </a:p>
      </dgm:t>
    </dgm:pt>
    <dgm:pt modelId="{36563520-66D9-4B61-A3AF-D2B2C24B05E2}" type="sibTrans" cxnId="{D2302952-CC95-44E1-9DA7-A10F57DC7B2B}">
      <dgm:prSet/>
      <dgm:spPr/>
      <dgm:t>
        <a:bodyPr/>
        <a:lstStyle/>
        <a:p>
          <a:endParaRPr lang="en-US"/>
        </a:p>
      </dgm:t>
    </dgm:pt>
    <dgm:pt modelId="{06B86CAD-EE74-424A-82AF-525ED6A50D2A}">
      <dgm:prSet/>
      <dgm:spPr/>
      <dgm:t>
        <a:bodyPr/>
        <a:lstStyle/>
        <a:p>
          <a:r>
            <a:rPr lang="en-US" b="1"/>
            <a:t>Read data</a:t>
          </a:r>
          <a:r>
            <a:rPr lang="en-US"/>
            <a:t> (CSV, JSON, Parquet, DB)</a:t>
          </a:r>
        </a:p>
      </dgm:t>
    </dgm:pt>
    <dgm:pt modelId="{BBFC7146-8447-4DA4-A449-78B899C34990}" type="parTrans" cxnId="{167FE20C-5849-4C4D-A124-23AC85499E80}">
      <dgm:prSet/>
      <dgm:spPr/>
      <dgm:t>
        <a:bodyPr/>
        <a:lstStyle/>
        <a:p>
          <a:endParaRPr lang="en-US"/>
        </a:p>
      </dgm:t>
    </dgm:pt>
    <dgm:pt modelId="{C983CCD4-2571-48C0-B8C0-B956B43D4147}" type="sibTrans" cxnId="{167FE20C-5849-4C4D-A124-23AC85499E80}">
      <dgm:prSet/>
      <dgm:spPr/>
      <dgm:t>
        <a:bodyPr/>
        <a:lstStyle/>
        <a:p>
          <a:endParaRPr lang="en-US"/>
        </a:p>
      </dgm:t>
    </dgm:pt>
    <dgm:pt modelId="{E64CAAFE-B2A7-4E36-AEA0-1F36096343BB}">
      <dgm:prSet/>
      <dgm:spPr/>
      <dgm:t>
        <a:bodyPr/>
        <a:lstStyle/>
        <a:p>
          <a:r>
            <a:rPr lang="en-US" b="1"/>
            <a:t>Apply transformations</a:t>
          </a:r>
          <a:endParaRPr lang="en-US"/>
        </a:p>
      </dgm:t>
    </dgm:pt>
    <dgm:pt modelId="{C529FED5-3461-4DBF-A6E0-259E8DE626BB}" type="parTrans" cxnId="{30045E53-5091-4B95-80BA-67C67722E057}">
      <dgm:prSet/>
      <dgm:spPr/>
      <dgm:t>
        <a:bodyPr/>
        <a:lstStyle/>
        <a:p>
          <a:endParaRPr lang="en-US"/>
        </a:p>
      </dgm:t>
    </dgm:pt>
    <dgm:pt modelId="{C068B6BE-2DED-4CAA-A99A-B5AAA2EA278D}" type="sibTrans" cxnId="{30045E53-5091-4B95-80BA-67C67722E057}">
      <dgm:prSet/>
      <dgm:spPr/>
      <dgm:t>
        <a:bodyPr/>
        <a:lstStyle/>
        <a:p>
          <a:endParaRPr lang="en-US"/>
        </a:p>
      </dgm:t>
    </dgm:pt>
    <dgm:pt modelId="{EB9DF485-FAB4-49DA-819B-F8E9AF30F462}">
      <dgm:prSet/>
      <dgm:spPr/>
      <dgm:t>
        <a:bodyPr/>
        <a:lstStyle/>
        <a:p>
          <a:r>
            <a:rPr lang="en-US"/>
            <a:t>filter</a:t>
          </a:r>
        </a:p>
      </dgm:t>
    </dgm:pt>
    <dgm:pt modelId="{F2BDE734-5773-45A8-A560-E8D8C56BA429}" type="parTrans" cxnId="{A3A66C94-5E20-4090-B4D4-7DEBE76E1B3A}">
      <dgm:prSet/>
      <dgm:spPr/>
      <dgm:t>
        <a:bodyPr/>
        <a:lstStyle/>
        <a:p>
          <a:endParaRPr lang="en-US"/>
        </a:p>
      </dgm:t>
    </dgm:pt>
    <dgm:pt modelId="{813F6C4C-CB3C-441F-8B9B-82BA3A0B89DE}" type="sibTrans" cxnId="{A3A66C94-5E20-4090-B4D4-7DEBE76E1B3A}">
      <dgm:prSet/>
      <dgm:spPr/>
      <dgm:t>
        <a:bodyPr/>
        <a:lstStyle/>
        <a:p>
          <a:endParaRPr lang="en-US"/>
        </a:p>
      </dgm:t>
    </dgm:pt>
    <dgm:pt modelId="{73987E5E-354B-4758-ADAB-276A80BAD321}">
      <dgm:prSet/>
      <dgm:spPr/>
      <dgm:t>
        <a:bodyPr/>
        <a:lstStyle/>
        <a:p>
          <a:r>
            <a:rPr lang="en-US"/>
            <a:t>select</a:t>
          </a:r>
        </a:p>
      </dgm:t>
    </dgm:pt>
    <dgm:pt modelId="{27E98422-8F56-45DE-9862-BCFF6163F505}" type="parTrans" cxnId="{F20F0DEC-C3AB-4248-9F72-CE9339CFA67C}">
      <dgm:prSet/>
      <dgm:spPr/>
      <dgm:t>
        <a:bodyPr/>
        <a:lstStyle/>
        <a:p>
          <a:endParaRPr lang="en-US"/>
        </a:p>
      </dgm:t>
    </dgm:pt>
    <dgm:pt modelId="{868C5ED0-B84A-41B8-90F0-B55AAE00F121}" type="sibTrans" cxnId="{F20F0DEC-C3AB-4248-9F72-CE9339CFA67C}">
      <dgm:prSet/>
      <dgm:spPr/>
      <dgm:t>
        <a:bodyPr/>
        <a:lstStyle/>
        <a:p>
          <a:endParaRPr lang="en-US"/>
        </a:p>
      </dgm:t>
    </dgm:pt>
    <dgm:pt modelId="{A810FDE6-33D3-45A8-911E-C0813B9E5D5A}">
      <dgm:prSet/>
      <dgm:spPr/>
      <dgm:t>
        <a:bodyPr/>
        <a:lstStyle/>
        <a:p>
          <a:r>
            <a:rPr lang="en-US"/>
            <a:t>withColumn</a:t>
          </a:r>
        </a:p>
      </dgm:t>
    </dgm:pt>
    <dgm:pt modelId="{0C6F9FDC-5604-4484-8162-F912AF9D21A8}" type="parTrans" cxnId="{F42532F0-78BF-4B0B-B7C6-246F0AA71243}">
      <dgm:prSet/>
      <dgm:spPr/>
      <dgm:t>
        <a:bodyPr/>
        <a:lstStyle/>
        <a:p>
          <a:endParaRPr lang="en-US"/>
        </a:p>
      </dgm:t>
    </dgm:pt>
    <dgm:pt modelId="{1634FCD6-EBCC-48E8-B735-7B15AC4892D7}" type="sibTrans" cxnId="{F42532F0-78BF-4B0B-B7C6-246F0AA71243}">
      <dgm:prSet/>
      <dgm:spPr/>
      <dgm:t>
        <a:bodyPr/>
        <a:lstStyle/>
        <a:p>
          <a:endParaRPr lang="en-US"/>
        </a:p>
      </dgm:t>
    </dgm:pt>
    <dgm:pt modelId="{D88CAFB1-BF8C-4EA3-A4BD-AC005C93D32B}">
      <dgm:prSet/>
      <dgm:spPr/>
      <dgm:t>
        <a:bodyPr/>
        <a:lstStyle/>
        <a:p>
          <a:r>
            <a:rPr lang="en-US"/>
            <a:t>groupBy</a:t>
          </a:r>
        </a:p>
      </dgm:t>
    </dgm:pt>
    <dgm:pt modelId="{52B96C7C-4807-4027-B62E-F3AC0823674E}" type="parTrans" cxnId="{3B902E73-106D-49D3-A6C1-2C89FC24CCD7}">
      <dgm:prSet/>
      <dgm:spPr/>
      <dgm:t>
        <a:bodyPr/>
        <a:lstStyle/>
        <a:p>
          <a:endParaRPr lang="en-US"/>
        </a:p>
      </dgm:t>
    </dgm:pt>
    <dgm:pt modelId="{B8AD2AFB-EA0A-48F5-BD85-FE9F1F6A450A}" type="sibTrans" cxnId="{3B902E73-106D-49D3-A6C1-2C89FC24CCD7}">
      <dgm:prSet/>
      <dgm:spPr/>
      <dgm:t>
        <a:bodyPr/>
        <a:lstStyle/>
        <a:p>
          <a:endParaRPr lang="en-US"/>
        </a:p>
      </dgm:t>
    </dgm:pt>
    <dgm:pt modelId="{93E4EB13-A1E4-4320-99A6-AE750FF18226}">
      <dgm:prSet/>
      <dgm:spPr/>
      <dgm:t>
        <a:bodyPr/>
        <a:lstStyle/>
        <a:p>
          <a:r>
            <a:rPr lang="en-US"/>
            <a:t>join</a:t>
          </a:r>
        </a:p>
      </dgm:t>
    </dgm:pt>
    <dgm:pt modelId="{A592E6C2-8521-4B3B-BF29-B268562956AE}" type="parTrans" cxnId="{3D832428-FA43-42A5-9A5B-65C52144F5A7}">
      <dgm:prSet/>
      <dgm:spPr/>
      <dgm:t>
        <a:bodyPr/>
        <a:lstStyle/>
        <a:p>
          <a:endParaRPr lang="en-US"/>
        </a:p>
      </dgm:t>
    </dgm:pt>
    <dgm:pt modelId="{4A98429A-97BE-4FA8-82A8-3E066F011A6B}" type="sibTrans" cxnId="{3D832428-FA43-42A5-9A5B-65C52144F5A7}">
      <dgm:prSet/>
      <dgm:spPr/>
      <dgm:t>
        <a:bodyPr/>
        <a:lstStyle/>
        <a:p>
          <a:endParaRPr lang="en-US"/>
        </a:p>
      </dgm:t>
    </dgm:pt>
    <dgm:pt modelId="{2D1D2515-CD71-4C2E-B93B-926E7F395CF0}" type="pres">
      <dgm:prSet presAssocID="{E5E4B08F-78F3-4FB3-A85B-3C2E9FF84E7A}" presName="linear" presStyleCnt="0">
        <dgm:presLayoutVars>
          <dgm:dir/>
          <dgm:animLvl val="lvl"/>
          <dgm:resizeHandles val="exact"/>
        </dgm:presLayoutVars>
      </dgm:prSet>
      <dgm:spPr/>
    </dgm:pt>
    <dgm:pt modelId="{6E9D6D29-2901-4D4B-963F-52D4AC162FB3}" type="pres">
      <dgm:prSet presAssocID="{499DE4AB-BCCD-462C-8876-F9AD360B589F}" presName="parentLin" presStyleCnt="0"/>
      <dgm:spPr/>
    </dgm:pt>
    <dgm:pt modelId="{6FE2BBAE-6F3C-4DCF-B81E-C161BB3E0731}" type="pres">
      <dgm:prSet presAssocID="{499DE4AB-BCCD-462C-8876-F9AD360B589F}" presName="parentLeftMargin" presStyleLbl="node1" presStyleIdx="0" presStyleCnt="4"/>
      <dgm:spPr/>
    </dgm:pt>
    <dgm:pt modelId="{9F0F059D-963D-49A7-BE4E-A8F99E14EE0E}" type="pres">
      <dgm:prSet presAssocID="{499DE4AB-BCCD-462C-8876-F9AD360B589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ECA563F-269B-414A-B4AA-8B89ED4E9F34}" type="pres">
      <dgm:prSet presAssocID="{499DE4AB-BCCD-462C-8876-F9AD360B589F}" presName="negativeSpace" presStyleCnt="0"/>
      <dgm:spPr/>
    </dgm:pt>
    <dgm:pt modelId="{D7BE97AF-DABB-442F-9BCF-C265037B47F2}" type="pres">
      <dgm:prSet presAssocID="{499DE4AB-BCCD-462C-8876-F9AD360B589F}" presName="childText" presStyleLbl="conFgAcc1" presStyleIdx="0" presStyleCnt="4">
        <dgm:presLayoutVars>
          <dgm:bulletEnabled val="1"/>
        </dgm:presLayoutVars>
      </dgm:prSet>
      <dgm:spPr/>
    </dgm:pt>
    <dgm:pt modelId="{F49AED57-78C7-4D94-9456-1639B0B87E48}" type="pres">
      <dgm:prSet presAssocID="{D894869A-D56C-427F-A7E4-7EBA323FBB78}" presName="spaceBetweenRectangles" presStyleCnt="0"/>
      <dgm:spPr/>
    </dgm:pt>
    <dgm:pt modelId="{75E38674-B22F-457D-B9E4-B1A9D0CB4FDC}" type="pres">
      <dgm:prSet presAssocID="{3014CD66-559E-4675-8E23-70A41FA13D01}" presName="parentLin" presStyleCnt="0"/>
      <dgm:spPr/>
    </dgm:pt>
    <dgm:pt modelId="{46664CBC-1F59-40D2-B132-3CF450A981CA}" type="pres">
      <dgm:prSet presAssocID="{3014CD66-559E-4675-8E23-70A41FA13D01}" presName="parentLeftMargin" presStyleLbl="node1" presStyleIdx="0" presStyleCnt="4"/>
      <dgm:spPr/>
    </dgm:pt>
    <dgm:pt modelId="{7F3935DA-F4E6-4C91-8F53-A6D3D0253564}" type="pres">
      <dgm:prSet presAssocID="{3014CD66-559E-4675-8E23-70A41FA13D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7389E8-E6BE-4A3F-A2B9-2EC3AC5311E5}" type="pres">
      <dgm:prSet presAssocID="{3014CD66-559E-4675-8E23-70A41FA13D01}" presName="negativeSpace" presStyleCnt="0"/>
      <dgm:spPr/>
    </dgm:pt>
    <dgm:pt modelId="{304E6C87-5772-4729-BF3E-CBF3A5C3BC37}" type="pres">
      <dgm:prSet presAssocID="{3014CD66-559E-4675-8E23-70A41FA13D01}" presName="childText" presStyleLbl="conFgAcc1" presStyleIdx="1" presStyleCnt="4">
        <dgm:presLayoutVars>
          <dgm:bulletEnabled val="1"/>
        </dgm:presLayoutVars>
      </dgm:prSet>
      <dgm:spPr/>
    </dgm:pt>
    <dgm:pt modelId="{8BD333F7-F88C-4029-BBA6-5AEB20747EC4}" type="pres">
      <dgm:prSet presAssocID="{36563520-66D9-4B61-A3AF-D2B2C24B05E2}" presName="spaceBetweenRectangles" presStyleCnt="0"/>
      <dgm:spPr/>
    </dgm:pt>
    <dgm:pt modelId="{B086D612-4F0E-4CCF-9D3D-B57AF499970E}" type="pres">
      <dgm:prSet presAssocID="{06B86CAD-EE74-424A-82AF-525ED6A50D2A}" presName="parentLin" presStyleCnt="0"/>
      <dgm:spPr/>
    </dgm:pt>
    <dgm:pt modelId="{B847E4D3-DA10-41AC-AE68-C2C814369DC5}" type="pres">
      <dgm:prSet presAssocID="{06B86CAD-EE74-424A-82AF-525ED6A50D2A}" presName="parentLeftMargin" presStyleLbl="node1" presStyleIdx="1" presStyleCnt="4"/>
      <dgm:spPr/>
    </dgm:pt>
    <dgm:pt modelId="{708E0ECA-DB55-4359-98B5-70D98119029E}" type="pres">
      <dgm:prSet presAssocID="{06B86CAD-EE74-424A-82AF-525ED6A50D2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C9D7C8-2865-4610-963F-7D57376E78C2}" type="pres">
      <dgm:prSet presAssocID="{06B86CAD-EE74-424A-82AF-525ED6A50D2A}" presName="negativeSpace" presStyleCnt="0"/>
      <dgm:spPr/>
    </dgm:pt>
    <dgm:pt modelId="{C6E30C9D-6B9C-4BC3-AF66-CEEBC74CCF83}" type="pres">
      <dgm:prSet presAssocID="{06B86CAD-EE74-424A-82AF-525ED6A50D2A}" presName="childText" presStyleLbl="conFgAcc1" presStyleIdx="2" presStyleCnt="4">
        <dgm:presLayoutVars>
          <dgm:bulletEnabled val="1"/>
        </dgm:presLayoutVars>
      </dgm:prSet>
      <dgm:spPr/>
    </dgm:pt>
    <dgm:pt modelId="{C207922D-BA40-46C2-B3A8-256D41F9EBBC}" type="pres">
      <dgm:prSet presAssocID="{C983CCD4-2571-48C0-B8C0-B956B43D4147}" presName="spaceBetweenRectangles" presStyleCnt="0"/>
      <dgm:spPr/>
    </dgm:pt>
    <dgm:pt modelId="{54347EF0-CA4B-409D-BEC7-F069F7CB18D7}" type="pres">
      <dgm:prSet presAssocID="{E64CAAFE-B2A7-4E36-AEA0-1F36096343BB}" presName="parentLin" presStyleCnt="0"/>
      <dgm:spPr/>
    </dgm:pt>
    <dgm:pt modelId="{CEFB4F25-62E6-46DA-9588-6FD27429EC0B}" type="pres">
      <dgm:prSet presAssocID="{E64CAAFE-B2A7-4E36-AEA0-1F36096343BB}" presName="parentLeftMargin" presStyleLbl="node1" presStyleIdx="2" presStyleCnt="4"/>
      <dgm:spPr/>
    </dgm:pt>
    <dgm:pt modelId="{845EAB51-6E0A-4412-A406-D458CF5C3F4F}" type="pres">
      <dgm:prSet presAssocID="{E64CAAFE-B2A7-4E36-AEA0-1F36096343B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D2D551C-50CD-423B-95A9-03A1BF51BD6B}" type="pres">
      <dgm:prSet presAssocID="{E64CAAFE-B2A7-4E36-AEA0-1F36096343BB}" presName="negativeSpace" presStyleCnt="0"/>
      <dgm:spPr/>
    </dgm:pt>
    <dgm:pt modelId="{96224E32-CE11-4789-8829-0ED5ED6B22F9}" type="pres">
      <dgm:prSet presAssocID="{E64CAAFE-B2A7-4E36-AEA0-1F36096343B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A54A008-8C20-4BCA-AB8F-B601245AD7CB}" type="presOf" srcId="{A810FDE6-33D3-45A8-911E-C0813B9E5D5A}" destId="{96224E32-CE11-4789-8829-0ED5ED6B22F9}" srcOrd="0" destOrd="2" presId="urn:microsoft.com/office/officeart/2005/8/layout/list1"/>
    <dgm:cxn modelId="{167FE20C-5849-4C4D-A124-23AC85499E80}" srcId="{E5E4B08F-78F3-4FB3-A85B-3C2E9FF84E7A}" destId="{06B86CAD-EE74-424A-82AF-525ED6A50D2A}" srcOrd="2" destOrd="0" parTransId="{BBFC7146-8447-4DA4-A449-78B899C34990}" sibTransId="{C983CCD4-2571-48C0-B8C0-B956B43D4147}"/>
    <dgm:cxn modelId="{9D67290D-72E4-4B90-97DC-37EED0B6E489}" type="presOf" srcId="{EB9DF485-FAB4-49DA-819B-F8E9AF30F462}" destId="{96224E32-CE11-4789-8829-0ED5ED6B22F9}" srcOrd="0" destOrd="0" presId="urn:microsoft.com/office/officeart/2005/8/layout/list1"/>
    <dgm:cxn modelId="{F9B1761E-9EED-4482-89E8-CD2E1981ED10}" type="presOf" srcId="{499DE4AB-BCCD-462C-8876-F9AD360B589F}" destId="{6FE2BBAE-6F3C-4DCF-B81E-C161BB3E0731}" srcOrd="0" destOrd="0" presId="urn:microsoft.com/office/officeart/2005/8/layout/list1"/>
    <dgm:cxn modelId="{3D832428-FA43-42A5-9A5B-65C52144F5A7}" srcId="{E64CAAFE-B2A7-4E36-AEA0-1F36096343BB}" destId="{93E4EB13-A1E4-4320-99A6-AE750FF18226}" srcOrd="4" destOrd="0" parTransId="{A592E6C2-8521-4B3B-BF29-B268562956AE}" sibTransId="{4A98429A-97BE-4FA8-82A8-3E066F011A6B}"/>
    <dgm:cxn modelId="{856FFA2C-68FE-409C-B301-DDC84CB5C120}" type="presOf" srcId="{3014CD66-559E-4675-8E23-70A41FA13D01}" destId="{46664CBC-1F59-40D2-B132-3CF450A981CA}" srcOrd="0" destOrd="0" presId="urn:microsoft.com/office/officeart/2005/8/layout/list1"/>
    <dgm:cxn modelId="{F1190447-877D-4C14-980E-BC49B4B534C2}" type="presOf" srcId="{D88CAFB1-BF8C-4EA3-A4BD-AC005C93D32B}" destId="{96224E32-CE11-4789-8829-0ED5ED6B22F9}" srcOrd="0" destOrd="3" presId="urn:microsoft.com/office/officeart/2005/8/layout/list1"/>
    <dgm:cxn modelId="{5DE77169-4635-4E9A-A827-96F10C340388}" type="presOf" srcId="{E5E4B08F-78F3-4FB3-A85B-3C2E9FF84E7A}" destId="{2D1D2515-CD71-4C2E-B93B-926E7F395CF0}" srcOrd="0" destOrd="0" presId="urn:microsoft.com/office/officeart/2005/8/layout/list1"/>
    <dgm:cxn modelId="{58845D4F-687C-4385-81D8-4BB1BE70A3BF}" type="presOf" srcId="{73987E5E-354B-4758-ADAB-276A80BAD321}" destId="{96224E32-CE11-4789-8829-0ED5ED6B22F9}" srcOrd="0" destOrd="1" presId="urn:microsoft.com/office/officeart/2005/8/layout/list1"/>
    <dgm:cxn modelId="{D2302952-CC95-44E1-9DA7-A10F57DC7B2B}" srcId="{E5E4B08F-78F3-4FB3-A85B-3C2E9FF84E7A}" destId="{3014CD66-559E-4675-8E23-70A41FA13D01}" srcOrd="1" destOrd="0" parTransId="{A41C7289-8672-4440-871C-78297FBAF0C4}" sibTransId="{36563520-66D9-4B61-A3AF-D2B2C24B05E2}"/>
    <dgm:cxn modelId="{3B902E73-106D-49D3-A6C1-2C89FC24CCD7}" srcId="{E64CAAFE-B2A7-4E36-AEA0-1F36096343BB}" destId="{D88CAFB1-BF8C-4EA3-A4BD-AC005C93D32B}" srcOrd="3" destOrd="0" parTransId="{52B96C7C-4807-4027-B62E-F3AC0823674E}" sibTransId="{B8AD2AFB-EA0A-48F5-BD85-FE9F1F6A450A}"/>
    <dgm:cxn modelId="{30045E53-5091-4B95-80BA-67C67722E057}" srcId="{E5E4B08F-78F3-4FB3-A85B-3C2E9FF84E7A}" destId="{E64CAAFE-B2A7-4E36-AEA0-1F36096343BB}" srcOrd="3" destOrd="0" parTransId="{C529FED5-3461-4DBF-A6E0-259E8DE626BB}" sibTransId="{C068B6BE-2DED-4CAA-A99A-B5AAA2EA278D}"/>
    <dgm:cxn modelId="{A3A66C94-5E20-4090-B4D4-7DEBE76E1B3A}" srcId="{E64CAAFE-B2A7-4E36-AEA0-1F36096343BB}" destId="{EB9DF485-FAB4-49DA-819B-F8E9AF30F462}" srcOrd="0" destOrd="0" parTransId="{F2BDE734-5773-45A8-A560-E8D8C56BA429}" sibTransId="{813F6C4C-CB3C-441F-8B9B-82BA3A0B89DE}"/>
    <dgm:cxn modelId="{F3FBCD95-F6C6-4D60-892C-EADB91DD1779}" type="presOf" srcId="{E64CAAFE-B2A7-4E36-AEA0-1F36096343BB}" destId="{845EAB51-6E0A-4412-A406-D458CF5C3F4F}" srcOrd="1" destOrd="0" presId="urn:microsoft.com/office/officeart/2005/8/layout/list1"/>
    <dgm:cxn modelId="{BE502CA8-F1B5-4423-9F99-BA1D17014F18}" type="presOf" srcId="{93E4EB13-A1E4-4320-99A6-AE750FF18226}" destId="{96224E32-CE11-4789-8829-0ED5ED6B22F9}" srcOrd="0" destOrd="4" presId="urn:microsoft.com/office/officeart/2005/8/layout/list1"/>
    <dgm:cxn modelId="{BECA7BB2-7E8B-4924-81E6-02A499313521}" type="presOf" srcId="{E64CAAFE-B2A7-4E36-AEA0-1F36096343BB}" destId="{CEFB4F25-62E6-46DA-9588-6FD27429EC0B}" srcOrd="0" destOrd="0" presId="urn:microsoft.com/office/officeart/2005/8/layout/list1"/>
    <dgm:cxn modelId="{AC6608CE-3DCE-4E67-99BA-0CF078D4D915}" type="presOf" srcId="{06B86CAD-EE74-424A-82AF-525ED6A50D2A}" destId="{B847E4D3-DA10-41AC-AE68-C2C814369DC5}" srcOrd="0" destOrd="0" presId="urn:microsoft.com/office/officeart/2005/8/layout/list1"/>
    <dgm:cxn modelId="{61EC4EE1-611D-4475-81E4-B1C2E016A5E3}" type="presOf" srcId="{499DE4AB-BCCD-462C-8876-F9AD360B589F}" destId="{9F0F059D-963D-49A7-BE4E-A8F99E14EE0E}" srcOrd="1" destOrd="0" presId="urn:microsoft.com/office/officeart/2005/8/layout/list1"/>
    <dgm:cxn modelId="{47C964E6-C79E-4AB7-A6A0-4BC57C5AFAB9}" type="presOf" srcId="{3014CD66-559E-4675-8E23-70A41FA13D01}" destId="{7F3935DA-F4E6-4C91-8F53-A6D3D0253564}" srcOrd="1" destOrd="0" presId="urn:microsoft.com/office/officeart/2005/8/layout/list1"/>
    <dgm:cxn modelId="{F20F0DEC-C3AB-4248-9F72-CE9339CFA67C}" srcId="{E64CAAFE-B2A7-4E36-AEA0-1F36096343BB}" destId="{73987E5E-354B-4758-ADAB-276A80BAD321}" srcOrd="1" destOrd="0" parTransId="{27E98422-8F56-45DE-9862-BCFF6163F505}" sibTransId="{868C5ED0-B84A-41B8-90F0-B55AAE00F121}"/>
    <dgm:cxn modelId="{F42532F0-78BF-4B0B-B7C6-246F0AA71243}" srcId="{E64CAAFE-B2A7-4E36-AEA0-1F36096343BB}" destId="{A810FDE6-33D3-45A8-911E-C0813B9E5D5A}" srcOrd="2" destOrd="0" parTransId="{0C6F9FDC-5604-4484-8162-F912AF9D21A8}" sibTransId="{1634FCD6-EBCC-48E8-B735-7B15AC4892D7}"/>
    <dgm:cxn modelId="{4705CFF9-DF81-4AFE-BC47-DC5B7BF59122}" type="presOf" srcId="{06B86CAD-EE74-424A-82AF-525ED6A50D2A}" destId="{708E0ECA-DB55-4359-98B5-70D98119029E}" srcOrd="1" destOrd="0" presId="urn:microsoft.com/office/officeart/2005/8/layout/list1"/>
    <dgm:cxn modelId="{175D6EFD-9C43-4480-9B37-9CF14D49FDF8}" srcId="{E5E4B08F-78F3-4FB3-A85B-3C2E9FF84E7A}" destId="{499DE4AB-BCCD-462C-8876-F9AD360B589F}" srcOrd="0" destOrd="0" parTransId="{E26B9F22-3AFD-453D-B820-5328E1A2A024}" sibTransId="{D894869A-D56C-427F-A7E4-7EBA323FBB78}"/>
    <dgm:cxn modelId="{6EA5EA65-66DD-4A47-9491-0EEB73AC1751}" type="presParOf" srcId="{2D1D2515-CD71-4C2E-B93B-926E7F395CF0}" destId="{6E9D6D29-2901-4D4B-963F-52D4AC162FB3}" srcOrd="0" destOrd="0" presId="urn:microsoft.com/office/officeart/2005/8/layout/list1"/>
    <dgm:cxn modelId="{49DF7842-9095-41C9-A52B-A7D2D1093BFC}" type="presParOf" srcId="{6E9D6D29-2901-4D4B-963F-52D4AC162FB3}" destId="{6FE2BBAE-6F3C-4DCF-B81E-C161BB3E0731}" srcOrd="0" destOrd="0" presId="urn:microsoft.com/office/officeart/2005/8/layout/list1"/>
    <dgm:cxn modelId="{00B57B60-86DA-49EC-A638-389835E84D4B}" type="presParOf" srcId="{6E9D6D29-2901-4D4B-963F-52D4AC162FB3}" destId="{9F0F059D-963D-49A7-BE4E-A8F99E14EE0E}" srcOrd="1" destOrd="0" presId="urn:microsoft.com/office/officeart/2005/8/layout/list1"/>
    <dgm:cxn modelId="{97ECD0B4-93BA-4888-A2C0-AF6BB6DB63FD}" type="presParOf" srcId="{2D1D2515-CD71-4C2E-B93B-926E7F395CF0}" destId="{BECA563F-269B-414A-B4AA-8B89ED4E9F34}" srcOrd="1" destOrd="0" presId="urn:microsoft.com/office/officeart/2005/8/layout/list1"/>
    <dgm:cxn modelId="{8941A028-8130-4ABA-8D26-7142620C9891}" type="presParOf" srcId="{2D1D2515-CD71-4C2E-B93B-926E7F395CF0}" destId="{D7BE97AF-DABB-442F-9BCF-C265037B47F2}" srcOrd="2" destOrd="0" presId="urn:microsoft.com/office/officeart/2005/8/layout/list1"/>
    <dgm:cxn modelId="{CC6A0ED4-2FA1-446C-9463-4ED40506D1DD}" type="presParOf" srcId="{2D1D2515-CD71-4C2E-B93B-926E7F395CF0}" destId="{F49AED57-78C7-4D94-9456-1639B0B87E48}" srcOrd="3" destOrd="0" presId="urn:microsoft.com/office/officeart/2005/8/layout/list1"/>
    <dgm:cxn modelId="{A72CA355-EA09-4131-8A98-46E307A37241}" type="presParOf" srcId="{2D1D2515-CD71-4C2E-B93B-926E7F395CF0}" destId="{75E38674-B22F-457D-B9E4-B1A9D0CB4FDC}" srcOrd="4" destOrd="0" presId="urn:microsoft.com/office/officeart/2005/8/layout/list1"/>
    <dgm:cxn modelId="{0DE072E2-2A99-4F4E-950A-89C5E79432B6}" type="presParOf" srcId="{75E38674-B22F-457D-B9E4-B1A9D0CB4FDC}" destId="{46664CBC-1F59-40D2-B132-3CF450A981CA}" srcOrd="0" destOrd="0" presId="urn:microsoft.com/office/officeart/2005/8/layout/list1"/>
    <dgm:cxn modelId="{C7FC1E5A-ADFE-4F5F-81BA-1E79A1A0AF9A}" type="presParOf" srcId="{75E38674-B22F-457D-B9E4-B1A9D0CB4FDC}" destId="{7F3935DA-F4E6-4C91-8F53-A6D3D0253564}" srcOrd="1" destOrd="0" presId="urn:microsoft.com/office/officeart/2005/8/layout/list1"/>
    <dgm:cxn modelId="{AC3FAB49-50F3-4432-99DE-86C752DC061A}" type="presParOf" srcId="{2D1D2515-CD71-4C2E-B93B-926E7F395CF0}" destId="{ED7389E8-E6BE-4A3F-A2B9-2EC3AC5311E5}" srcOrd="5" destOrd="0" presId="urn:microsoft.com/office/officeart/2005/8/layout/list1"/>
    <dgm:cxn modelId="{866A0AD6-FCBF-4ECB-8988-1CDF929AA38E}" type="presParOf" srcId="{2D1D2515-CD71-4C2E-B93B-926E7F395CF0}" destId="{304E6C87-5772-4729-BF3E-CBF3A5C3BC37}" srcOrd="6" destOrd="0" presId="urn:microsoft.com/office/officeart/2005/8/layout/list1"/>
    <dgm:cxn modelId="{F07BB484-AC95-4ED0-9908-85C041B60A70}" type="presParOf" srcId="{2D1D2515-CD71-4C2E-B93B-926E7F395CF0}" destId="{8BD333F7-F88C-4029-BBA6-5AEB20747EC4}" srcOrd="7" destOrd="0" presId="urn:microsoft.com/office/officeart/2005/8/layout/list1"/>
    <dgm:cxn modelId="{9F6277EB-F100-4894-BA13-9F5792E577CA}" type="presParOf" srcId="{2D1D2515-CD71-4C2E-B93B-926E7F395CF0}" destId="{B086D612-4F0E-4CCF-9D3D-B57AF499970E}" srcOrd="8" destOrd="0" presId="urn:microsoft.com/office/officeart/2005/8/layout/list1"/>
    <dgm:cxn modelId="{43B87F18-EF93-4308-8228-3706D229C3C1}" type="presParOf" srcId="{B086D612-4F0E-4CCF-9D3D-B57AF499970E}" destId="{B847E4D3-DA10-41AC-AE68-C2C814369DC5}" srcOrd="0" destOrd="0" presId="urn:microsoft.com/office/officeart/2005/8/layout/list1"/>
    <dgm:cxn modelId="{428D47D2-AA06-41A1-8724-F186CC55FE0D}" type="presParOf" srcId="{B086D612-4F0E-4CCF-9D3D-B57AF499970E}" destId="{708E0ECA-DB55-4359-98B5-70D98119029E}" srcOrd="1" destOrd="0" presId="urn:microsoft.com/office/officeart/2005/8/layout/list1"/>
    <dgm:cxn modelId="{6E66A5E8-E789-44AF-926A-347C72952EB0}" type="presParOf" srcId="{2D1D2515-CD71-4C2E-B93B-926E7F395CF0}" destId="{FBC9D7C8-2865-4610-963F-7D57376E78C2}" srcOrd="9" destOrd="0" presId="urn:microsoft.com/office/officeart/2005/8/layout/list1"/>
    <dgm:cxn modelId="{07C191C1-C2BF-4BD0-880A-F02C9B40B360}" type="presParOf" srcId="{2D1D2515-CD71-4C2E-B93B-926E7F395CF0}" destId="{C6E30C9D-6B9C-4BC3-AF66-CEEBC74CCF83}" srcOrd="10" destOrd="0" presId="urn:microsoft.com/office/officeart/2005/8/layout/list1"/>
    <dgm:cxn modelId="{BEDA6AB8-B01E-4B16-9D92-C7F5836FCDD5}" type="presParOf" srcId="{2D1D2515-CD71-4C2E-B93B-926E7F395CF0}" destId="{C207922D-BA40-46C2-B3A8-256D41F9EBBC}" srcOrd="11" destOrd="0" presId="urn:microsoft.com/office/officeart/2005/8/layout/list1"/>
    <dgm:cxn modelId="{2492C656-E637-4242-8A6E-8448A7B70F5B}" type="presParOf" srcId="{2D1D2515-CD71-4C2E-B93B-926E7F395CF0}" destId="{54347EF0-CA4B-409D-BEC7-F069F7CB18D7}" srcOrd="12" destOrd="0" presId="urn:microsoft.com/office/officeart/2005/8/layout/list1"/>
    <dgm:cxn modelId="{741A78CB-BE92-4E57-A9D2-99C9A970A1C8}" type="presParOf" srcId="{54347EF0-CA4B-409D-BEC7-F069F7CB18D7}" destId="{CEFB4F25-62E6-46DA-9588-6FD27429EC0B}" srcOrd="0" destOrd="0" presId="urn:microsoft.com/office/officeart/2005/8/layout/list1"/>
    <dgm:cxn modelId="{11F7064F-92D5-458C-A3A2-3CD6D7852919}" type="presParOf" srcId="{54347EF0-CA4B-409D-BEC7-F069F7CB18D7}" destId="{845EAB51-6E0A-4412-A406-D458CF5C3F4F}" srcOrd="1" destOrd="0" presId="urn:microsoft.com/office/officeart/2005/8/layout/list1"/>
    <dgm:cxn modelId="{0EF14A8B-3782-49BB-85DB-FB62D968C12C}" type="presParOf" srcId="{2D1D2515-CD71-4C2E-B93B-926E7F395CF0}" destId="{5D2D551C-50CD-423B-95A9-03A1BF51BD6B}" srcOrd="13" destOrd="0" presId="urn:microsoft.com/office/officeart/2005/8/layout/list1"/>
    <dgm:cxn modelId="{9A44585D-6B99-4B3A-9D05-9A0639F717A9}" type="presParOf" srcId="{2D1D2515-CD71-4C2E-B93B-926E7F395CF0}" destId="{96224E32-CE11-4789-8829-0ED5ED6B22F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6840D9F-4D20-414D-B4E3-341E5CA954DF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12B21F5-7CBD-4379-97A1-13FE264AD4EA}">
      <dgm:prSet/>
      <dgm:spPr/>
      <dgm:t>
        <a:bodyPr/>
        <a:lstStyle/>
        <a:p>
          <a:r>
            <a:rPr lang="en-US" b="1"/>
            <a:t>Laundry Example (Very Relatable)</a:t>
          </a:r>
          <a:endParaRPr lang="en-US"/>
        </a:p>
      </dgm:t>
    </dgm:pt>
    <dgm:pt modelId="{26F343B5-6963-4010-AA0D-B3E8C8714EA6}" type="parTrans" cxnId="{BEEACA9B-93D9-4692-A8BD-840C704D9643}">
      <dgm:prSet/>
      <dgm:spPr/>
      <dgm:t>
        <a:bodyPr/>
        <a:lstStyle/>
        <a:p>
          <a:endParaRPr lang="en-US"/>
        </a:p>
      </dgm:t>
    </dgm:pt>
    <dgm:pt modelId="{B8396D20-FFB2-4D98-8B24-052AE232D5C4}" type="sibTrans" cxnId="{BEEACA9B-93D9-4692-A8BD-840C704D9643}">
      <dgm:prSet/>
      <dgm:spPr/>
      <dgm:t>
        <a:bodyPr/>
        <a:lstStyle/>
        <a:p>
          <a:endParaRPr lang="en-US"/>
        </a:p>
      </dgm:t>
    </dgm:pt>
    <dgm:pt modelId="{051BDEA0-225D-4513-99A8-4F7F28861D70}">
      <dgm:prSet/>
      <dgm:spPr/>
      <dgm:t>
        <a:bodyPr/>
        <a:lstStyle/>
        <a:p>
          <a:r>
            <a:rPr lang="en-US"/>
            <a:t>Collect clothes → sort → wash → dry → fold</a:t>
          </a:r>
        </a:p>
      </dgm:t>
    </dgm:pt>
    <dgm:pt modelId="{A98DEDD1-0B7C-436C-A0A8-F989BD4A0A20}" type="parTrans" cxnId="{A534E9E0-C2C1-4962-A523-76B73F01B43C}">
      <dgm:prSet/>
      <dgm:spPr/>
      <dgm:t>
        <a:bodyPr/>
        <a:lstStyle/>
        <a:p>
          <a:endParaRPr lang="en-US"/>
        </a:p>
      </dgm:t>
    </dgm:pt>
    <dgm:pt modelId="{3F93E80A-08F9-4E6F-92E5-1E04DAB1FFDB}" type="sibTrans" cxnId="{A534E9E0-C2C1-4962-A523-76B73F01B43C}">
      <dgm:prSet/>
      <dgm:spPr/>
      <dgm:t>
        <a:bodyPr/>
        <a:lstStyle/>
        <a:p>
          <a:endParaRPr lang="en-US"/>
        </a:p>
      </dgm:t>
    </dgm:pt>
    <dgm:pt modelId="{CB17337E-B82E-4D68-9546-9BAF299D006C}">
      <dgm:prSet/>
      <dgm:spPr/>
      <dgm:t>
        <a:bodyPr/>
        <a:lstStyle/>
        <a:p>
          <a:r>
            <a:rPr lang="en-US" b="1"/>
            <a:t>You don’t start washing until you decide to do laundry</a:t>
          </a:r>
          <a:endParaRPr lang="en-US"/>
        </a:p>
      </dgm:t>
    </dgm:pt>
    <dgm:pt modelId="{775A1830-5B5D-46F8-B93B-840893706E51}" type="parTrans" cxnId="{3331C5CB-2D87-4D6F-9BE3-071F98AC1B78}">
      <dgm:prSet/>
      <dgm:spPr/>
      <dgm:t>
        <a:bodyPr/>
        <a:lstStyle/>
        <a:p>
          <a:endParaRPr lang="en-US"/>
        </a:p>
      </dgm:t>
    </dgm:pt>
    <dgm:pt modelId="{2147339F-1E90-41B6-8356-5FE4586E9650}" type="sibTrans" cxnId="{3331C5CB-2D87-4D6F-9BE3-071F98AC1B78}">
      <dgm:prSet/>
      <dgm:spPr/>
      <dgm:t>
        <a:bodyPr/>
        <a:lstStyle/>
        <a:p>
          <a:endParaRPr lang="en-US"/>
        </a:p>
      </dgm:t>
    </dgm:pt>
    <dgm:pt modelId="{D3F38CE3-0922-497C-9450-DC37425DAB39}" type="pres">
      <dgm:prSet presAssocID="{F6840D9F-4D20-414D-B4E3-341E5CA954DF}" presName="vert0" presStyleCnt="0">
        <dgm:presLayoutVars>
          <dgm:dir/>
          <dgm:animOne val="branch"/>
          <dgm:animLvl val="lvl"/>
        </dgm:presLayoutVars>
      </dgm:prSet>
      <dgm:spPr/>
    </dgm:pt>
    <dgm:pt modelId="{8CDB927D-F74D-4F39-BFFB-1C8FF2EA82E2}" type="pres">
      <dgm:prSet presAssocID="{F12B21F5-7CBD-4379-97A1-13FE264AD4EA}" presName="thickLine" presStyleLbl="alignNode1" presStyleIdx="0" presStyleCnt="3"/>
      <dgm:spPr/>
    </dgm:pt>
    <dgm:pt modelId="{55E98AA0-D6B9-4BD2-A879-C94C220C2E8D}" type="pres">
      <dgm:prSet presAssocID="{F12B21F5-7CBD-4379-97A1-13FE264AD4EA}" presName="horz1" presStyleCnt="0"/>
      <dgm:spPr/>
    </dgm:pt>
    <dgm:pt modelId="{4EE21777-193A-4619-B0E3-0760C20E9121}" type="pres">
      <dgm:prSet presAssocID="{F12B21F5-7CBD-4379-97A1-13FE264AD4EA}" presName="tx1" presStyleLbl="revTx" presStyleIdx="0" presStyleCnt="3"/>
      <dgm:spPr/>
    </dgm:pt>
    <dgm:pt modelId="{520D7E3C-3AA1-421F-943B-4DAF6940A9C5}" type="pres">
      <dgm:prSet presAssocID="{F12B21F5-7CBD-4379-97A1-13FE264AD4EA}" presName="vert1" presStyleCnt="0"/>
      <dgm:spPr/>
    </dgm:pt>
    <dgm:pt modelId="{1DAC0612-5E7B-4C99-B643-490532029C93}" type="pres">
      <dgm:prSet presAssocID="{051BDEA0-225D-4513-99A8-4F7F28861D70}" presName="thickLine" presStyleLbl="alignNode1" presStyleIdx="1" presStyleCnt="3"/>
      <dgm:spPr/>
    </dgm:pt>
    <dgm:pt modelId="{4FC50A11-3A3F-434F-8988-BD0C6B5899B3}" type="pres">
      <dgm:prSet presAssocID="{051BDEA0-225D-4513-99A8-4F7F28861D70}" presName="horz1" presStyleCnt="0"/>
      <dgm:spPr/>
    </dgm:pt>
    <dgm:pt modelId="{41CA7E85-46B8-4F70-BD4D-51F4B51F3321}" type="pres">
      <dgm:prSet presAssocID="{051BDEA0-225D-4513-99A8-4F7F28861D70}" presName="tx1" presStyleLbl="revTx" presStyleIdx="1" presStyleCnt="3"/>
      <dgm:spPr/>
    </dgm:pt>
    <dgm:pt modelId="{00610642-8BE3-4B09-B2B0-2F85A4501143}" type="pres">
      <dgm:prSet presAssocID="{051BDEA0-225D-4513-99A8-4F7F28861D70}" presName="vert1" presStyleCnt="0"/>
      <dgm:spPr/>
    </dgm:pt>
    <dgm:pt modelId="{3E788D45-028D-4E7B-98A4-23F6E2C38326}" type="pres">
      <dgm:prSet presAssocID="{CB17337E-B82E-4D68-9546-9BAF299D006C}" presName="thickLine" presStyleLbl="alignNode1" presStyleIdx="2" presStyleCnt="3"/>
      <dgm:spPr/>
    </dgm:pt>
    <dgm:pt modelId="{B6761CF3-BEEB-4AEC-BBC3-7E2BAE88C86F}" type="pres">
      <dgm:prSet presAssocID="{CB17337E-B82E-4D68-9546-9BAF299D006C}" presName="horz1" presStyleCnt="0"/>
      <dgm:spPr/>
    </dgm:pt>
    <dgm:pt modelId="{82E8AF5B-E62F-468F-BE0A-A7C6D2448E8C}" type="pres">
      <dgm:prSet presAssocID="{CB17337E-B82E-4D68-9546-9BAF299D006C}" presName="tx1" presStyleLbl="revTx" presStyleIdx="2" presStyleCnt="3"/>
      <dgm:spPr/>
    </dgm:pt>
    <dgm:pt modelId="{33A41BC9-ED50-42B4-8C8C-9182E2C9DB3F}" type="pres">
      <dgm:prSet presAssocID="{CB17337E-B82E-4D68-9546-9BAF299D006C}" presName="vert1" presStyleCnt="0"/>
      <dgm:spPr/>
    </dgm:pt>
  </dgm:ptLst>
  <dgm:cxnLst>
    <dgm:cxn modelId="{E722540D-8D8A-4E36-A70D-88E3A4DFFC1D}" type="presOf" srcId="{CB17337E-B82E-4D68-9546-9BAF299D006C}" destId="{82E8AF5B-E62F-468F-BE0A-A7C6D2448E8C}" srcOrd="0" destOrd="0" presId="urn:microsoft.com/office/officeart/2008/layout/LinedList"/>
    <dgm:cxn modelId="{E51F6F11-6B2A-4FE4-9C26-0D6487AD9879}" type="presOf" srcId="{051BDEA0-225D-4513-99A8-4F7F28861D70}" destId="{41CA7E85-46B8-4F70-BD4D-51F4B51F3321}" srcOrd="0" destOrd="0" presId="urn:microsoft.com/office/officeart/2008/layout/LinedList"/>
    <dgm:cxn modelId="{79656439-B79A-48A0-8AB2-C47161C69014}" type="presOf" srcId="{F12B21F5-7CBD-4379-97A1-13FE264AD4EA}" destId="{4EE21777-193A-4619-B0E3-0760C20E9121}" srcOrd="0" destOrd="0" presId="urn:microsoft.com/office/officeart/2008/layout/LinedList"/>
    <dgm:cxn modelId="{BEEACA9B-93D9-4692-A8BD-840C704D9643}" srcId="{F6840D9F-4D20-414D-B4E3-341E5CA954DF}" destId="{F12B21F5-7CBD-4379-97A1-13FE264AD4EA}" srcOrd="0" destOrd="0" parTransId="{26F343B5-6963-4010-AA0D-B3E8C8714EA6}" sibTransId="{B8396D20-FFB2-4D98-8B24-052AE232D5C4}"/>
    <dgm:cxn modelId="{3331C5CB-2D87-4D6F-9BE3-071F98AC1B78}" srcId="{F6840D9F-4D20-414D-B4E3-341E5CA954DF}" destId="{CB17337E-B82E-4D68-9546-9BAF299D006C}" srcOrd="2" destOrd="0" parTransId="{775A1830-5B5D-46F8-B93B-840893706E51}" sibTransId="{2147339F-1E90-41B6-8356-5FE4586E9650}"/>
    <dgm:cxn modelId="{A534E9E0-C2C1-4962-A523-76B73F01B43C}" srcId="{F6840D9F-4D20-414D-B4E3-341E5CA954DF}" destId="{051BDEA0-225D-4513-99A8-4F7F28861D70}" srcOrd="1" destOrd="0" parTransId="{A98DEDD1-0B7C-436C-A0A8-F989BD4A0A20}" sibTransId="{3F93E80A-08F9-4E6F-92E5-1E04DAB1FFDB}"/>
    <dgm:cxn modelId="{AAC136F5-A379-4A1B-AAC9-5225AAA9F175}" type="presOf" srcId="{F6840D9F-4D20-414D-B4E3-341E5CA954DF}" destId="{D3F38CE3-0922-497C-9450-DC37425DAB39}" srcOrd="0" destOrd="0" presId="urn:microsoft.com/office/officeart/2008/layout/LinedList"/>
    <dgm:cxn modelId="{A18F770E-03C8-494F-BFC6-29D519FCFF55}" type="presParOf" srcId="{D3F38CE3-0922-497C-9450-DC37425DAB39}" destId="{8CDB927D-F74D-4F39-BFFB-1C8FF2EA82E2}" srcOrd="0" destOrd="0" presId="urn:microsoft.com/office/officeart/2008/layout/LinedList"/>
    <dgm:cxn modelId="{12040334-6FB4-4C11-BA1A-C6692E217129}" type="presParOf" srcId="{D3F38CE3-0922-497C-9450-DC37425DAB39}" destId="{55E98AA0-D6B9-4BD2-A879-C94C220C2E8D}" srcOrd="1" destOrd="0" presId="urn:microsoft.com/office/officeart/2008/layout/LinedList"/>
    <dgm:cxn modelId="{1DCF3F46-DB7B-4BCE-957C-C39C8C9290D4}" type="presParOf" srcId="{55E98AA0-D6B9-4BD2-A879-C94C220C2E8D}" destId="{4EE21777-193A-4619-B0E3-0760C20E9121}" srcOrd="0" destOrd="0" presId="urn:microsoft.com/office/officeart/2008/layout/LinedList"/>
    <dgm:cxn modelId="{C9586BEB-5849-47B5-A0E7-2E2900B97B89}" type="presParOf" srcId="{55E98AA0-D6B9-4BD2-A879-C94C220C2E8D}" destId="{520D7E3C-3AA1-421F-943B-4DAF6940A9C5}" srcOrd="1" destOrd="0" presId="urn:microsoft.com/office/officeart/2008/layout/LinedList"/>
    <dgm:cxn modelId="{1B8750AD-84B7-4FD2-88C7-BBB4FAAB2833}" type="presParOf" srcId="{D3F38CE3-0922-497C-9450-DC37425DAB39}" destId="{1DAC0612-5E7B-4C99-B643-490532029C93}" srcOrd="2" destOrd="0" presId="urn:microsoft.com/office/officeart/2008/layout/LinedList"/>
    <dgm:cxn modelId="{2EF03F79-0868-4970-910F-590CE42B806A}" type="presParOf" srcId="{D3F38CE3-0922-497C-9450-DC37425DAB39}" destId="{4FC50A11-3A3F-434F-8988-BD0C6B5899B3}" srcOrd="3" destOrd="0" presId="urn:microsoft.com/office/officeart/2008/layout/LinedList"/>
    <dgm:cxn modelId="{094AC5F1-7159-485D-B015-E852137A2F69}" type="presParOf" srcId="{4FC50A11-3A3F-434F-8988-BD0C6B5899B3}" destId="{41CA7E85-46B8-4F70-BD4D-51F4B51F3321}" srcOrd="0" destOrd="0" presId="urn:microsoft.com/office/officeart/2008/layout/LinedList"/>
    <dgm:cxn modelId="{0E537333-4AF5-4266-B2E8-12C17D208B23}" type="presParOf" srcId="{4FC50A11-3A3F-434F-8988-BD0C6B5899B3}" destId="{00610642-8BE3-4B09-B2B0-2F85A4501143}" srcOrd="1" destOrd="0" presId="urn:microsoft.com/office/officeart/2008/layout/LinedList"/>
    <dgm:cxn modelId="{6CAA50DB-1A13-4610-BB28-104E3CC57936}" type="presParOf" srcId="{D3F38CE3-0922-497C-9450-DC37425DAB39}" destId="{3E788D45-028D-4E7B-98A4-23F6E2C38326}" srcOrd="4" destOrd="0" presId="urn:microsoft.com/office/officeart/2008/layout/LinedList"/>
    <dgm:cxn modelId="{CF89EF2D-3E9F-415D-9D74-A9AC02FC1047}" type="presParOf" srcId="{D3F38CE3-0922-497C-9450-DC37425DAB39}" destId="{B6761CF3-BEEB-4AEC-BBC3-7E2BAE88C86F}" srcOrd="5" destOrd="0" presId="urn:microsoft.com/office/officeart/2008/layout/LinedList"/>
    <dgm:cxn modelId="{E43887A8-D274-4153-B18C-2C020864CAD3}" type="presParOf" srcId="{B6761CF3-BEEB-4AEC-BBC3-7E2BAE88C86F}" destId="{82E8AF5B-E62F-468F-BE0A-A7C6D2448E8C}" srcOrd="0" destOrd="0" presId="urn:microsoft.com/office/officeart/2008/layout/LinedList"/>
    <dgm:cxn modelId="{50AB9E71-D5E5-4213-BF53-241132525ECF}" type="presParOf" srcId="{B6761CF3-BEEB-4AEC-BBC3-7E2BAE88C86F}" destId="{33A41BC9-ED50-42B4-8C8C-9182E2C9DB3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670E915-80A5-4866-8DAA-9652FF3D90F3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86B57C0-65EB-46E2-8322-E2D2F31E33CF}">
      <dgm:prSet/>
      <dgm:spPr/>
      <dgm:t>
        <a:bodyPr/>
        <a:lstStyle/>
        <a:p>
          <a:r>
            <a:rPr lang="en-US" b="1"/>
            <a:t>Cab Booking (Optimization analogy)</a:t>
          </a:r>
          <a:endParaRPr lang="en-US"/>
        </a:p>
      </dgm:t>
    </dgm:pt>
    <dgm:pt modelId="{ED37FFBB-4E10-4051-AFDD-5268A86D55CE}" type="parTrans" cxnId="{3B4BE738-98C2-4AC0-A96E-8D2088A9FCE3}">
      <dgm:prSet/>
      <dgm:spPr/>
      <dgm:t>
        <a:bodyPr/>
        <a:lstStyle/>
        <a:p>
          <a:endParaRPr lang="en-US"/>
        </a:p>
      </dgm:t>
    </dgm:pt>
    <dgm:pt modelId="{F6771CB5-3C55-4F26-9E2A-F38F76AF9576}" type="sibTrans" cxnId="{3B4BE738-98C2-4AC0-A96E-8D2088A9FCE3}">
      <dgm:prSet/>
      <dgm:spPr/>
      <dgm:t>
        <a:bodyPr/>
        <a:lstStyle/>
        <a:p>
          <a:endParaRPr lang="en-US"/>
        </a:p>
      </dgm:t>
    </dgm:pt>
    <dgm:pt modelId="{D1CDA53E-2873-461A-96EB-3DAEBD24D226}">
      <dgm:prSet/>
      <dgm:spPr/>
      <dgm:t>
        <a:bodyPr/>
        <a:lstStyle/>
        <a:p>
          <a:r>
            <a:rPr lang="en-US"/>
            <a:t>You choose destination (action)</a:t>
          </a:r>
        </a:p>
      </dgm:t>
    </dgm:pt>
    <dgm:pt modelId="{14B43485-F1E7-46F2-95D7-DC444A7CBF32}" type="parTrans" cxnId="{ABFE96F1-65F6-412F-A836-D58D4B1CDF4D}">
      <dgm:prSet/>
      <dgm:spPr/>
      <dgm:t>
        <a:bodyPr/>
        <a:lstStyle/>
        <a:p>
          <a:endParaRPr lang="en-US"/>
        </a:p>
      </dgm:t>
    </dgm:pt>
    <dgm:pt modelId="{16DC2916-6976-4331-ABBA-9541C3E42B3A}" type="sibTrans" cxnId="{ABFE96F1-65F6-412F-A836-D58D4B1CDF4D}">
      <dgm:prSet/>
      <dgm:spPr/>
      <dgm:t>
        <a:bodyPr/>
        <a:lstStyle/>
        <a:p>
          <a:endParaRPr lang="en-US"/>
        </a:p>
      </dgm:t>
    </dgm:pt>
    <dgm:pt modelId="{47F03589-AE4D-4A16-8F10-E637864A7949}">
      <dgm:prSet/>
      <dgm:spPr/>
      <dgm:t>
        <a:bodyPr/>
        <a:lstStyle/>
        <a:p>
          <a:r>
            <a:rPr lang="en-US"/>
            <a:t>App finds best route (optimizer)</a:t>
          </a:r>
        </a:p>
      </dgm:t>
    </dgm:pt>
    <dgm:pt modelId="{A494E6F0-044D-4258-8591-CC5BDB8F11D5}" type="parTrans" cxnId="{49DEC431-0BFE-43AC-8395-87E8E7B54C5B}">
      <dgm:prSet/>
      <dgm:spPr/>
      <dgm:t>
        <a:bodyPr/>
        <a:lstStyle/>
        <a:p>
          <a:endParaRPr lang="en-US"/>
        </a:p>
      </dgm:t>
    </dgm:pt>
    <dgm:pt modelId="{D8511FEA-0C90-408A-AEB8-4ABCA6D07A69}" type="sibTrans" cxnId="{49DEC431-0BFE-43AC-8395-87E8E7B54C5B}">
      <dgm:prSet/>
      <dgm:spPr/>
      <dgm:t>
        <a:bodyPr/>
        <a:lstStyle/>
        <a:p>
          <a:endParaRPr lang="en-US"/>
        </a:p>
      </dgm:t>
    </dgm:pt>
    <dgm:pt modelId="{A381402A-3927-4D51-AC2F-40B4D33B86CB}">
      <dgm:prSet/>
      <dgm:spPr/>
      <dgm:t>
        <a:bodyPr/>
        <a:lstStyle/>
        <a:p>
          <a:r>
            <a:rPr lang="en-US"/>
            <a:t>Driver executes journey (executors)</a:t>
          </a:r>
        </a:p>
      </dgm:t>
    </dgm:pt>
    <dgm:pt modelId="{472620C2-5E99-48D0-914C-4940812181F9}" type="parTrans" cxnId="{A304966D-5C95-479D-BF7B-AB435BD0F5F2}">
      <dgm:prSet/>
      <dgm:spPr/>
      <dgm:t>
        <a:bodyPr/>
        <a:lstStyle/>
        <a:p>
          <a:endParaRPr lang="en-US"/>
        </a:p>
      </dgm:t>
    </dgm:pt>
    <dgm:pt modelId="{CD9C2C7E-068F-4426-9DF8-5303F110C01F}" type="sibTrans" cxnId="{A304966D-5C95-479D-BF7B-AB435BD0F5F2}">
      <dgm:prSet/>
      <dgm:spPr/>
      <dgm:t>
        <a:bodyPr/>
        <a:lstStyle/>
        <a:p>
          <a:endParaRPr lang="en-US"/>
        </a:p>
      </dgm:t>
    </dgm:pt>
    <dgm:pt modelId="{A98379D5-F99A-4DAB-92D0-CE6CD8BFE450}" type="pres">
      <dgm:prSet presAssocID="{B670E915-80A5-4866-8DAA-9652FF3D90F3}" presName="vert0" presStyleCnt="0">
        <dgm:presLayoutVars>
          <dgm:dir/>
          <dgm:animOne val="branch"/>
          <dgm:animLvl val="lvl"/>
        </dgm:presLayoutVars>
      </dgm:prSet>
      <dgm:spPr/>
    </dgm:pt>
    <dgm:pt modelId="{E27E5114-52BE-4454-9EA5-32B0A7AED784}" type="pres">
      <dgm:prSet presAssocID="{586B57C0-65EB-46E2-8322-E2D2F31E33CF}" presName="thickLine" presStyleLbl="alignNode1" presStyleIdx="0" presStyleCnt="4"/>
      <dgm:spPr/>
    </dgm:pt>
    <dgm:pt modelId="{D1E49243-F066-4C69-8D6A-ECB8F107ED29}" type="pres">
      <dgm:prSet presAssocID="{586B57C0-65EB-46E2-8322-E2D2F31E33CF}" presName="horz1" presStyleCnt="0"/>
      <dgm:spPr/>
    </dgm:pt>
    <dgm:pt modelId="{45C0B536-669E-4225-AA4A-DB5C28E1F44E}" type="pres">
      <dgm:prSet presAssocID="{586B57C0-65EB-46E2-8322-E2D2F31E33CF}" presName="tx1" presStyleLbl="revTx" presStyleIdx="0" presStyleCnt="4"/>
      <dgm:spPr/>
    </dgm:pt>
    <dgm:pt modelId="{2B31F903-7CFF-4437-915F-A6A884139904}" type="pres">
      <dgm:prSet presAssocID="{586B57C0-65EB-46E2-8322-E2D2F31E33CF}" presName="vert1" presStyleCnt="0"/>
      <dgm:spPr/>
    </dgm:pt>
    <dgm:pt modelId="{27E28376-A995-4356-B0CA-98C080A0DFD0}" type="pres">
      <dgm:prSet presAssocID="{D1CDA53E-2873-461A-96EB-3DAEBD24D226}" presName="thickLine" presStyleLbl="alignNode1" presStyleIdx="1" presStyleCnt="4"/>
      <dgm:spPr/>
    </dgm:pt>
    <dgm:pt modelId="{664D957B-C33D-4ED6-AE75-BA6417D3FE46}" type="pres">
      <dgm:prSet presAssocID="{D1CDA53E-2873-461A-96EB-3DAEBD24D226}" presName="horz1" presStyleCnt="0"/>
      <dgm:spPr/>
    </dgm:pt>
    <dgm:pt modelId="{B2E82BAC-4EFE-48FA-A1A6-69897E379E50}" type="pres">
      <dgm:prSet presAssocID="{D1CDA53E-2873-461A-96EB-3DAEBD24D226}" presName="tx1" presStyleLbl="revTx" presStyleIdx="1" presStyleCnt="4"/>
      <dgm:spPr/>
    </dgm:pt>
    <dgm:pt modelId="{3358BAE5-D5D5-4EEB-AA30-6A43EC6E3043}" type="pres">
      <dgm:prSet presAssocID="{D1CDA53E-2873-461A-96EB-3DAEBD24D226}" presName="vert1" presStyleCnt="0"/>
      <dgm:spPr/>
    </dgm:pt>
    <dgm:pt modelId="{6E53BFFC-EA70-4876-8B03-93B4A4BA1ACF}" type="pres">
      <dgm:prSet presAssocID="{47F03589-AE4D-4A16-8F10-E637864A7949}" presName="thickLine" presStyleLbl="alignNode1" presStyleIdx="2" presStyleCnt="4"/>
      <dgm:spPr/>
    </dgm:pt>
    <dgm:pt modelId="{A0C431EE-5907-4D99-BC6C-74CDED447759}" type="pres">
      <dgm:prSet presAssocID="{47F03589-AE4D-4A16-8F10-E637864A7949}" presName="horz1" presStyleCnt="0"/>
      <dgm:spPr/>
    </dgm:pt>
    <dgm:pt modelId="{7B417AB2-951D-458B-89C8-4649765A681A}" type="pres">
      <dgm:prSet presAssocID="{47F03589-AE4D-4A16-8F10-E637864A7949}" presName="tx1" presStyleLbl="revTx" presStyleIdx="2" presStyleCnt="4"/>
      <dgm:spPr/>
    </dgm:pt>
    <dgm:pt modelId="{35AD1614-BC42-4B88-8DB8-5FF723A60D92}" type="pres">
      <dgm:prSet presAssocID="{47F03589-AE4D-4A16-8F10-E637864A7949}" presName="vert1" presStyleCnt="0"/>
      <dgm:spPr/>
    </dgm:pt>
    <dgm:pt modelId="{E95EDF7B-ABBE-46D8-A93E-3601BC2E7DF1}" type="pres">
      <dgm:prSet presAssocID="{A381402A-3927-4D51-AC2F-40B4D33B86CB}" presName="thickLine" presStyleLbl="alignNode1" presStyleIdx="3" presStyleCnt="4"/>
      <dgm:spPr/>
    </dgm:pt>
    <dgm:pt modelId="{53C7F1A1-41B5-477A-B5C0-CA22AAB287C4}" type="pres">
      <dgm:prSet presAssocID="{A381402A-3927-4D51-AC2F-40B4D33B86CB}" presName="horz1" presStyleCnt="0"/>
      <dgm:spPr/>
    </dgm:pt>
    <dgm:pt modelId="{2C7C193D-6C5E-4838-A633-506CE2893C54}" type="pres">
      <dgm:prSet presAssocID="{A381402A-3927-4D51-AC2F-40B4D33B86CB}" presName="tx1" presStyleLbl="revTx" presStyleIdx="3" presStyleCnt="4"/>
      <dgm:spPr/>
    </dgm:pt>
    <dgm:pt modelId="{A97A9577-8456-4B9D-B6EB-B0C2964938C4}" type="pres">
      <dgm:prSet presAssocID="{A381402A-3927-4D51-AC2F-40B4D33B86CB}" presName="vert1" presStyleCnt="0"/>
      <dgm:spPr/>
    </dgm:pt>
  </dgm:ptLst>
  <dgm:cxnLst>
    <dgm:cxn modelId="{14FB5C12-64D2-4DEB-9605-33B2BBC07EF5}" type="presOf" srcId="{47F03589-AE4D-4A16-8F10-E637864A7949}" destId="{7B417AB2-951D-458B-89C8-4649765A681A}" srcOrd="0" destOrd="0" presId="urn:microsoft.com/office/officeart/2008/layout/LinedList"/>
    <dgm:cxn modelId="{49DEC431-0BFE-43AC-8395-87E8E7B54C5B}" srcId="{B670E915-80A5-4866-8DAA-9652FF3D90F3}" destId="{47F03589-AE4D-4A16-8F10-E637864A7949}" srcOrd="2" destOrd="0" parTransId="{A494E6F0-044D-4258-8591-CC5BDB8F11D5}" sibTransId="{D8511FEA-0C90-408A-AEB8-4ABCA6D07A69}"/>
    <dgm:cxn modelId="{4710F932-0221-4AAC-AFFC-93FF8E245B54}" type="presOf" srcId="{D1CDA53E-2873-461A-96EB-3DAEBD24D226}" destId="{B2E82BAC-4EFE-48FA-A1A6-69897E379E50}" srcOrd="0" destOrd="0" presId="urn:microsoft.com/office/officeart/2008/layout/LinedList"/>
    <dgm:cxn modelId="{3B4BE738-98C2-4AC0-A96E-8D2088A9FCE3}" srcId="{B670E915-80A5-4866-8DAA-9652FF3D90F3}" destId="{586B57C0-65EB-46E2-8322-E2D2F31E33CF}" srcOrd="0" destOrd="0" parTransId="{ED37FFBB-4E10-4051-AFDD-5268A86D55CE}" sibTransId="{F6771CB5-3C55-4F26-9E2A-F38F76AF9576}"/>
    <dgm:cxn modelId="{A304966D-5C95-479D-BF7B-AB435BD0F5F2}" srcId="{B670E915-80A5-4866-8DAA-9652FF3D90F3}" destId="{A381402A-3927-4D51-AC2F-40B4D33B86CB}" srcOrd="3" destOrd="0" parTransId="{472620C2-5E99-48D0-914C-4940812181F9}" sibTransId="{CD9C2C7E-068F-4426-9DF8-5303F110C01F}"/>
    <dgm:cxn modelId="{2ADD2BC4-17A3-427C-A36A-1809F076EDC2}" type="presOf" srcId="{B670E915-80A5-4866-8DAA-9652FF3D90F3}" destId="{A98379D5-F99A-4DAB-92D0-CE6CD8BFE450}" srcOrd="0" destOrd="0" presId="urn:microsoft.com/office/officeart/2008/layout/LinedList"/>
    <dgm:cxn modelId="{6C9DC6D9-2C1D-4C3C-8FCA-49433EB8452A}" type="presOf" srcId="{586B57C0-65EB-46E2-8322-E2D2F31E33CF}" destId="{45C0B536-669E-4225-AA4A-DB5C28E1F44E}" srcOrd="0" destOrd="0" presId="urn:microsoft.com/office/officeart/2008/layout/LinedList"/>
    <dgm:cxn modelId="{ABFE96F1-65F6-412F-A836-D58D4B1CDF4D}" srcId="{B670E915-80A5-4866-8DAA-9652FF3D90F3}" destId="{D1CDA53E-2873-461A-96EB-3DAEBD24D226}" srcOrd="1" destOrd="0" parTransId="{14B43485-F1E7-46F2-95D7-DC444A7CBF32}" sibTransId="{16DC2916-6976-4331-ABBA-9541C3E42B3A}"/>
    <dgm:cxn modelId="{6EF0E5F1-4224-4668-9CDD-CE344D0DD3A7}" type="presOf" srcId="{A381402A-3927-4D51-AC2F-40B4D33B86CB}" destId="{2C7C193D-6C5E-4838-A633-506CE2893C54}" srcOrd="0" destOrd="0" presId="urn:microsoft.com/office/officeart/2008/layout/LinedList"/>
    <dgm:cxn modelId="{61A6643A-BE41-44D4-9938-95B539B55E09}" type="presParOf" srcId="{A98379D5-F99A-4DAB-92D0-CE6CD8BFE450}" destId="{E27E5114-52BE-4454-9EA5-32B0A7AED784}" srcOrd="0" destOrd="0" presId="urn:microsoft.com/office/officeart/2008/layout/LinedList"/>
    <dgm:cxn modelId="{2F5FA641-031C-4D81-9368-B1FB3BFC1BDE}" type="presParOf" srcId="{A98379D5-F99A-4DAB-92D0-CE6CD8BFE450}" destId="{D1E49243-F066-4C69-8D6A-ECB8F107ED29}" srcOrd="1" destOrd="0" presId="urn:microsoft.com/office/officeart/2008/layout/LinedList"/>
    <dgm:cxn modelId="{78524176-DEEF-4173-B2CA-663C350261DB}" type="presParOf" srcId="{D1E49243-F066-4C69-8D6A-ECB8F107ED29}" destId="{45C0B536-669E-4225-AA4A-DB5C28E1F44E}" srcOrd="0" destOrd="0" presId="urn:microsoft.com/office/officeart/2008/layout/LinedList"/>
    <dgm:cxn modelId="{CB547137-2A59-4BE6-934E-9DF56B049C33}" type="presParOf" srcId="{D1E49243-F066-4C69-8D6A-ECB8F107ED29}" destId="{2B31F903-7CFF-4437-915F-A6A884139904}" srcOrd="1" destOrd="0" presId="urn:microsoft.com/office/officeart/2008/layout/LinedList"/>
    <dgm:cxn modelId="{2311D048-2D38-4361-B011-903237F4861D}" type="presParOf" srcId="{A98379D5-F99A-4DAB-92D0-CE6CD8BFE450}" destId="{27E28376-A995-4356-B0CA-98C080A0DFD0}" srcOrd="2" destOrd="0" presId="urn:microsoft.com/office/officeart/2008/layout/LinedList"/>
    <dgm:cxn modelId="{86B5BBE6-E17D-4D74-B84C-21752996329B}" type="presParOf" srcId="{A98379D5-F99A-4DAB-92D0-CE6CD8BFE450}" destId="{664D957B-C33D-4ED6-AE75-BA6417D3FE46}" srcOrd="3" destOrd="0" presId="urn:microsoft.com/office/officeart/2008/layout/LinedList"/>
    <dgm:cxn modelId="{17829298-32EA-427A-9F93-CA52A6F68809}" type="presParOf" srcId="{664D957B-C33D-4ED6-AE75-BA6417D3FE46}" destId="{B2E82BAC-4EFE-48FA-A1A6-69897E379E50}" srcOrd="0" destOrd="0" presId="urn:microsoft.com/office/officeart/2008/layout/LinedList"/>
    <dgm:cxn modelId="{4BDC6DC8-1C2A-41FA-ABE4-033786704225}" type="presParOf" srcId="{664D957B-C33D-4ED6-AE75-BA6417D3FE46}" destId="{3358BAE5-D5D5-4EEB-AA30-6A43EC6E3043}" srcOrd="1" destOrd="0" presId="urn:microsoft.com/office/officeart/2008/layout/LinedList"/>
    <dgm:cxn modelId="{4105FED2-C447-4D1A-8264-EA516545718E}" type="presParOf" srcId="{A98379D5-F99A-4DAB-92D0-CE6CD8BFE450}" destId="{6E53BFFC-EA70-4876-8B03-93B4A4BA1ACF}" srcOrd="4" destOrd="0" presId="urn:microsoft.com/office/officeart/2008/layout/LinedList"/>
    <dgm:cxn modelId="{F7BC2B34-E4B6-40D9-BD85-8A0B1A8FB5D5}" type="presParOf" srcId="{A98379D5-F99A-4DAB-92D0-CE6CD8BFE450}" destId="{A0C431EE-5907-4D99-BC6C-74CDED447759}" srcOrd="5" destOrd="0" presId="urn:microsoft.com/office/officeart/2008/layout/LinedList"/>
    <dgm:cxn modelId="{FAF0D3AF-3C1C-4783-B845-B85316E67703}" type="presParOf" srcId="{A0C431EE-5907-4D99-BC6C-74CDED447759}" destId="{7B417AB2-951D-458B-89C8-4649765A681A}" srcOrd="0" destOrd="0" presId="urn:microsoft.com/office/officeart/2008/layout/LinedList"/>
    <dgm:cxn modelId="{C269BE37-2125-4291-A7F1-45918BFC256E}" type="presParOf" srcId="{A0C431EE-5907-4D99-BC6C-74CDED447759}" destId="{35AD1614-BC42-4B88-8DB8-5FF723A60D92}" srcOrd="1" destOrd="0" presId="urn:microsoft.com/office/officeart/2008/layout/LinedList"/>
    <dgm:cxn modelId="{E1ECFFD5-65C5-4F9B-962F-6A7F4BBAAED5}" type="presParOf" srcId="{A98379D5-F99A-4DAB-92D0-CE6CD8BFE450}" destId="{E95EDF7B-ABBE-46D8-A93E-3601BC2E7DF1}" srcOrd="6" destOrd="0" presId="urn:microsoft.com/office/officeart/2008/layout/LinedList"/>
    <dgm:cxn modelId="{8ADEA190-DA6D-487B-98AC-8CE33CDD5554}" type="presParOf" srcId="{A98379D5-F99A-4DAB-92D0-CE6CD8BFE450}" destId="{53C7F1A1-41B5-477A-B5C0-CA22AAB287C4}" srcOrd="7" destOrd="0" presId="urn:microsoft.com/office/officeart/2008/layout/LinedList"/>
    <dgm:cxn modelId="{BB7DA3A7-AAB6-4765-89CC-6256F0438004}" type="presParOf" srcId="{53C7F1A1-41B5-477A-B5C0-CA22AAB287C4}" destId="{2C7C193D-6C5E-4838-A633-506CE2893C54}" srcOrd="0" destOrd="0" presId="urn:microsoft.com/office/officeart/2008/layout/LinedList"/>
    <dgm:cxn modelId="{FCE7D890-7C7E-4CB5-8647-B033577C8492}" type="presParOf" srcId="{53C7F1A1-41B5-477A-B5C0-CA22AAB287C4}" destId="{A97A9577-8456-4B9D-B6EB-B0C2964938C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47856A8-9E1C-4AE1-A66E-D612CB2DAB9A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F8BAEA9-13F7-492F-941E-7D99F52B5126}">
      <dgm:prSet/>
      <dgm:spPr/>
      <dgm:t>
        <a:bodyPr/>
        <a:lstStyle/>
        <a:p>
          <a:r>
            <a:rPr lang="en-US" b="1"/>
            <a:t>Telecom</a:t>
          </a:r>
          <a:endParaRPr lang="en-US"/>
        </a:p>
      </dgm:t>
    </dgm:pt>
    <dgm:pt modelId="{DCE66E55-0861-49B9-9C16-2C0679B03DBD}" type="parTrans" cxnId="{F4927F04-9C89-4859-A5AA-21C68F6D2213}">
      <dgm:prSet/>
      <dgm:spPr/>
      <dgm:t>
        <a:bodyPr/>
        <a:lstStyle/>
        <a:p>
          <a:endParaRPr lang="en-US"/>
        </a:p>
      </dgm:t>
    </dgm:pt>
    <dgm:pt modelId="{15F04B8B-AA73-4530-9CFB-45291221EF6D}" type="sibTrans" cxnId="{F4927F04-9C89-4859-A5AA-21C68F6D2213}">
      <dgm:prSet/>
      <dgm:spPr/>
      <dgm:t>
        <a:bodyPr/>
        <a:lstStyle/>
        <a:p>
          <a:endParaRPr lang="en-US"/>
        </a:p>
      </dgm:t>
    </dgm:pt>
    <dgm:pt modelId="{64B389D5-3E22-490D-AC13-0CCEEB17209E}">
      <dgm:prSet/>
      <dgm:spPr/>
      <dgm:t>
        <a:bodyPr/>
        <a:lstStyle/>
        <a:p>
          <a:r>
            <a:rPr lang="en-US"/>
            <a:t>Filter failed calls</a:t>
          </a:r>
        </a:p>
      </dgm:t>
    </dgm:pt>
    <dgm:pt modelId="{BFB419D7-4969-41B4-A1D9-455673C801F2}" type="parTrans" cxnId="{7E56C5F4-7213-43DE-BB87-9AA0BBD4071B}">
      <dgm:prSet/>
      <dgm:spPr/>
      <dgm:t>
        <a:bodyPr/>
        <a:lstStyle/>
        <a:p>
          <a:endParaRPr lang="en-US"/>
        </a:p>
      </dgm:t>
    </dgm:pt>
    <dgm:pt modelId="{18E61886-83ED-47A8-8A91-1AB0FFBB405B}" type="sibTrans" cxnId="{7E56C5F4-7213-43DE-BB87-9AA0BBD4071B}">
      <dgm:prSet/>
      <dgm:spPr/>
      <dgm:t>
        <a:bodyPr/>
        <a:lstStyle/>
        <a:p>
          <a:endParaRPr lang="en-US"/>
        </a:p>
      </dgm:t>
    </dgm:pt>
    <dgm:pt modelId="{161F6340-21F1-405E-8B4B-91CE585186E1}">
      <dgm:prSet/>
      <dgm:spPr/>
      <dgm:t>
        <a:bodyPr/>
        <a:lstStyle/>
        <a:p>
          <a:r>
            <a:rPr lang="en-US"/>
            <a:t>Aggregate duration by customer</a:t>
          </a:r>
        </a:p>
      </dgm:t>
    </dgm:pt>
    <dgm:pt modelId="{CED237AD-6F36-4F83-974B-B2A9296249EB}" type="parTrans" cxnId="{44E5D242-909F-4D32-992C-F1764D26FB0D}">
      <dgm:prSet/>
      <dgm:spPr/>
      <dgm:t>
        <a:bodyPr/>
        <a:lstStyle/>
        <a:p>
          <a:endParaRPr lang="en-US"/>
        </a:p>
      </dgm:t>
    </dgm:pt>
    <dgm:pt modelId="{F151435B-85F6-4B22-8BD5-4E96B0DD5B4A}" type="sibTrans" cxnId="{44E5D242-909F-4D32-992C-F1764D26FB0D}">
      <dgm:prSet/>
      <dgm:spPr/>
      <dgm:t>
        <a:bodyPr/>
        <a:lstStyle/>
        <a:p>
          <a:endParaRPr lang="en-US"/>
        </a:p>
      </dgm:t>
    </dgm:pt>
    <dgm:pt modelId="{E0884C81-FC84-42BE-8C04-C32ED5AED75A}">
      <dgm:prSet/>
      <dgm:spPr/>
      <dgm:t>
        <a:bodyPr/>
        <a:lstStyle/>
        <a:p>
          <a:r>
            <a:rPr lang="en-US"/>
            <a:t>Join with SLA table</a:t>
          </a:r>
        </a:p>
      </dgm:t>
    </dgm:pt>
    <dgm:pt modelId="{74C92220-B405-4B10-91A2-D3D87220111C}" type="parTrans" cxnId="{1094B73A-8AC5-4290-8C7C-6FBAF9AB0005}">
      <dgm:prSet/>
      <dgm:spPr/>
      <dgm:t>
        <a:bodyPr/>
        <a:lstStyle/>
        <a:p>
          <a:endParaRPr lang="en-US"/>
        </a:p>
      </dgm:t>
    </dgm:pt>
    <dgm:pt modelId="{DDFCDCF7-D3EC-480B-97AA-8CA48E23235B}" type="sibTrans" cxnId="{1094B73A-8AC5-4290-8C7C-6FBAF9AB0005}">
      <dgm:prSet/>
      <dgm:spPr/>
      <dgm:t>
        <a:bodyPr/>
        <a:lstStyle/>
        <a:p>
          <a:endParaRPr lang="en-US"/>
        </a:p>
      </dgm:t>
    </dgm:pt>
    <dgm:pt modelId="{30E6E47D-5129-4908-AEB2-B7A1257B77CE}">
      <dgm:prSet/>
      <dgm:spPr/>
      <dgm:t>
        <a:bodyPr/>
        <a:lstStyle/>
        <a:p>
          <a:r>
            <a:rPr lang="en-US"/>
            <a:t>Identify SLA breaches</a:t>
          </a:r>
        </a:p>
      </dgm:t>
    </dgm:pt>
    <dgm:pt modelId="{C4CAA6FE-65A2-405F-9BB2-D0FBBD345461}" type="parTrans" cxnId="{67204334-7008-4266-96B2-9940D487E72A}">
      <dgm:prSet/>
      <dgm:spPr/>
      <dgm:t>
        <a:bodyPr/>
        <a:lstStyle/>
        <a:p>
          <a:endParaRPr lang="en-US"/>
        </a:p>
      </dgm:t>
    </dgm:pt>
    <dgm:pt modelId="{75B8E15B-8BEA-4B73-886E-F9858DDC6706}" type="sibTrans" cxnId="{67204334-7008-4266-96B2-9940D487E72A}">
      <dgm:prSet/>
      <dgm:spPr/>
      <dgm:t>
        <a:bodyPr/>
        <a:lstStyle/>
        <a:p>
          <a:endParaRPr lang="en-US"/>
        </a:p>
      </dgm:t>
    </dgm:pt>
    <dgm:pt modelId="{BDADEEBC-BDB4-4A89-A2D7-FF80FAEF230D}" type="pres">
      <dgm:prSet presAssocID="{C47856A8-9E1C-4AE1-A66E-D612CB2DAB9A}" presName="vert0" presStyleCnt="0">
        <dgm:presLayoutVars>
          <dgm:dir/>
          <dgm:animOne val="branch"/>
          <dgm:animLvl val="lvl"/>
        </dgm:presLayoutVars>
      </dgm:prSet>
      <dgm:spPr/>
    </dgm:pt>
    <dgm:pt modelId="{62E36A46-6288-4225-B335-C24E34A54797}" type="pres">
      <dgm:prSet presAssocID="{BF8BAEA9-13F7-492F-941E-7D99F52B5126}" presName="thickLine" presStyleLbl="alignNode1" presStyleIdx="0" presStyleCnt="5"/>
      <dgm:spPr/>
    </dgm:pt>
    <dgm:pt modelId="{8871F279-6DD5-4F1A-A04F-694DD9D2691A}" type="pres">
      <dgm:prSet presAssocID="{BF8BAEA9-13F7-492F-941E-7D99F52B5126}" presName="horz1" presStyleCnt="0"/>
      <dgm:spPr/>
    </dgm:pt>
    <dgm:pt modelId="{BD4AF3A3-5048-47C9-B644-A8EA2F699DDB}" type="pres">
      <dgm:prSet presAssocID="{BF8BAEA9-13F7-492F-941E-7D99F52B5126}" presName="tx1" presStyleLbl="revTx" presStyleIdx="0" presStyleCnt="5"/>
      <dgm:spPr/>
    </dgm:pt>
    <dgm:pt modelId="{96C5C94B-0A61-4282-9A77-92C203EC1098}" type="pres">
      <dgm:prSet presAssocID="{BF8BAEA9-13F7-492F-941E-7D99F52B5126}" presName="vert1" presStyleCnt="0"/>
      <dgm:spPr/>
    </dgm:pt>
    <dgm:pt modelId="{01A0CEFF-C13E-49A7-B8F6-627591CDEBF4}" type="pres">
      <dgm:prSet presAssocID="{64B389D5-3E22-490D-AC13-0CCEEB17209E}" presName="thickLine" presStyleLbl="alignNode1" presStyleIdx="1" presStyleCnt="5"/>
      <dgm:spPr/>
    </dgm:pt>
    <dgm:pt modelId="{B474EADF-DB69-4637-BF4D-61A229B5EFAE}" type="pres">
      <dgm:prSet presAssocID="{64B389D5-3E22-490D-AC13-0CCEEB17209E}" presName="horz1" presStyleCnt="0"/>
      <dgm:spPr/>
    </dgm:pt>
    <dgm:pt modelId="{8DEC8BC5-FB7D-4F48-AC89-3A2C7A469C6D}" type="pres">
      <dgm:prSet presAssocID="{64B389D5-3E22-490D-AC13-0CCEEB17209E}" presName="tx1" presStyleLbl="revTx" presStyleIdx="1" presStyleCnt="5"/>
      <dgm:spPr/>
    </dgm:pt>
    <dgm:pt modelId="{7E9A750A-E061-4D49-B968-5BE4E5BBAC99}" type="pres">
      <dgm:prSet presAssocID="{64B389D5-3E22-490D-AC13-0CCEEB17209E}" presName="vert1" presStyleCnt="0"/>
      <dgm:spPr/>
    </dgm:pt>
    <dgm:pt modelId="{E44A1898-F996-4E8D-8854-934E459535A5}" type="pres">
      <dgm:prSet presAssocID="{161F6340-21F1-405E-8B4B-91CE585186E1}" presName="thickLine" presStyleLbl="alignNode1" presStyleIdx="2" presStyleCnt="5"/>
      <dgm:spPr/>
    </dgm:pt>
    <dgm:pt modelId="{51A3F064-6307-4832-9503-1DDF419FC26D}" type="pres">
      <dgm:prSet presAssocID="{161F6340-21F1-405E-8B4B-91CE585186E1}" presName="horz1" presStyleCnt="0"/>
      <dgm:spPr/>
    </dgm:pt>
    <dgm:pt modelId="{71F754B8-BBE1-46C2-B510-D158A07BC7D8}" type="pres">
      <dgm:prSet presAssocID="{161F6340-21F1-405E-8B4B-91CE585186E1}" presName="tx1" presStyleLbl="revTx" presStyleIdx="2" presStyleCnt="5"/>
      <dgm:spPr/>
    </dgm:pt>
    <dgm:pt modelId="{3AA31FDF-5EA9-4A6C-BE56-E9B561B253C2}" type="pres">
      <dgm:prSet presAssocID="{161F6340-21F1-405E-8B4B-91CE585186E1}" presName="vert1" presStyleCnt="0"/>
      <dgm:spPr/>
    </dgm:pt>
    <dgm:pt modelId="{4F866B5F-9636-42E6-95D4-0061CCF1C1FD}" type="pres">
      <dgm:prSet presAssocID="{E0884C81-FC84-42BE-8C04-C32ED5AED75A}" presName="thickLine" presStyleLbl="alignNode1" presStyleIdx="3" presStyleCnt="5"/>
      <dgm:spPr/>
    </dgm:pt>
    <dgm:pt modelId="{F05FF10B-2FC9-4FE5-967D-9C0DDD73DCB5}" type="pres">
      <dgm:prSet presAssocID="{E0884C81-FC84-42BE-8C04-C32ED5AED75A}" presName="horz1" presStyleCnt="0"/>
      <dgm:spPr/>
    </dgm:pt>
    <dgm:pt modelId="{9227065B-0C76-4CE4-A3ED-90E5E2057B37}" type="pres">
      <dgm:prSet presAssocID="{E0884C81-FC84-42BE-8C04-C32ED5AED75A}" presName="tx1" presStyleLbl="revTx" presStyleIdx="3" presStyleCnt="5"/>
      <dgm:spPr/>
    </dgm:pt>
    <dgm:pt modelId="{7E32AFF4-D620-425D-B0BB-E65EE8C28AB5}" type="pres">
      <dgm:prSet presAssocID="{E0884C81-FC84-42BE-8C04-C32ED5AED75A}" presName="vert1" presStyleCnt="0"/>
      <dgm:spPr/>
    </dgm:pt>
    <dgm:pt modelId="{B6868354-64DF-40A3-A177-702523921BAC}" type="pres">
      <dgm:prSet presAssocID="{30E6E47D-5129-4908-AEB2-B7A1257B77CE}" presName="thickLine" presStyleLbl="alignNode1" presStyleIdx="4" presStyleCnt="5"/>
      <dgm:spPr/>
    </dgm:pt>
    <dgm:pt modelId="{669FE22D-24AC-4972-8A20-5B4502787F65}" type="pres">
      <dgm:prSet presAssocID="{30E6E47D-5129-4908-AEB2-B7A1257B77CE}" presName="horz1" presStyleCnt="0"/>
      <dgm:spPr/>
    </dgm:pt>
    <dgm:pt modelId="{623DED2F-F15F-4C54-A91F-76DE04968FB0}" type="pres">
      <dgm:prSet presAssocID="{30E6E47D-5129-4908-AEB2-B7A1257B77CE}" presName="tx1" presStyleLbl="revTx" presStyleIdx="4" presStyleCnt="5"/>
      <dgm:spPr/>
    </dgm:pt>
    <dgm:pt modelId="{94B61C63-A577-4329-BF7B-7D10D929EB63}" type="pres">
      <dgm:prSet presAssocID="{30E6E47D-5129-4908-AEB2-B7A1257B77CE}" presName="vert1" presStyleCnt="0"/>
      <dgm:spPr/>
    </dgm:pt>
  </dgm:ptLst>
  <dgm:cxnLst>
    <dgm:cxn modelId="{F4927F04-9C89-4859-A5AA-21C68F6D2213}" srcId="{C47856A8-9E1C-4AE1-A66E-D612CB2DAB9A}" destId="{BF8BAEA9-13F7-492F-941E-7D99F52B5126}" srcOrd="0" destOrd="0" parTransId="{DCE66E55-0861-49B9-9C16-2C0679B03DBD}" sibTransId="{15F04B8B-AA73-4530-9CFB-45291221EF6D}"/>
    <dgm:cxn modelId="{7782A725-D6FD-47ED-9856-7C0354AE236A}" type="presOf" srcId="{161F6340-21F1-405E-8B4B-91CE585186E1}" destId="{71F754B8-BBE1-46C2-B510-D158A07BC7D8}" srcOrd="0" destOrd="0" presId="urn:microsoft.com/office/officeart/2008/layout/LinedList"/>
    <dgm:cxn modelId="{67204334-7008-4266-96B2-9940D487E72A}" srcId="{C47856A8-9E1C-4AE1-A66E-D612CB2DAB9A}" destId="{30E6E47D-5129-4908-AEB2-B7A1257B77CE}" srcOrd="4" destOrd="0" parTransId="{C4CAA6FE-65A2-405F-9BB2-D0FBBD345461}" sibTransId="{75B8E15B-8BEA-4B73-886E-F9858DDC6706}"/>
    <dgm:cxn modelId="{1094B73A-8AC5-4290-8C7C-6FBAF9AB0005}" srcId="{C47856A8-9E1C-4AE1-A66E-D612CB2DAB9A}" destId="{E0884C81-FC84-42BE-8C04-C32ED5AED75A}" srcOrd="3" destOrd="0" parTransId="{74C92220-B405-4B10-91A2-D3D87220111C}" sibTransId="{DDFCDCF7-D3EC-480B-97AA-8CA48E23235B}"/>
    <dgm:cxn modelId="{44E5D242-909F-4D32-992C-F1764D26FB0D}" srcId="{C47856A8-9E1C-4AE1-A66E-D612CB2DAB9A}" destId="{161F6340-21F1-405E-8B4B-91CE585186E1}" srcOrd="2" destOrd="0" parTransId="{CED237AD-6F36-4F83-974B-B2A9296249EB}" sibTransId="{F151435B-85F6-4B22-8BD5-4E96B0DD5B4A}"/>
    <dgm:cxn modelId="{746C8B70-D093-4D4F-ABE6-9C5C078B49D9}" type="presOf" srcId="{30E6E47D-5129-4908-AEB2-B7A1257B77CE}" destId="{623DED2F-F15F-4C54-A91F-76DE04968FB0}" srcOrd="0" destOrd="0" presId="urn:microsoft.com/office/officeart/2008/layout/LinedList"/>
    <dgm:cxn modelId="{C2545B8A-975B-426B-8C62-3499653FE5B8}" type="presOf" srcId="{E0884C81-FC84-42BE-8C04-C32ED5AED75A}" destId="{9227065B-0C76-4CE4-A3ED-90E5E2057B37}" srcOrd="0" destOrd="0" presId="urn:microsoft.com/office/officeart/2008/layout/LinedList"/>
    <dgm:cxn modelId="{98BF79C7-7F15-4810-B9A0-59EF54EBB80E}" type="presOf" srcId="{BF8BAEA9-13F7-492F-941E-7D99F52B5126}" destId="{BD4AF3A3-5048-47C9-B644-A8EA2F699DDB}" srcOrd="0" destOrd="0" presId="urn:microsoft.com/office/officeart/2008/layout/LinedList"/>
    <dgm:cxn modelId="{23938FCC-46B2-4C33-B226-B2B71D7EEEB6}" type="presOf" srcId="{C47856A8-9E1C-4AE1-A66E-D612CB2DAB9A}" destId="{BDADEEBC-BDB4-4A89-A2D7-FF80FAEF230D}" srcOrd="0" destOrd="0" presId="urn:microsoft.com/office/officeart/2008/layout/LinedList"/>
    <dgm:cxn modelId="{CE5703E6-67F0-4303-B02A-7BB5633A686E}" type="presOf" srcId="{64B389D5-3E22-490D-AC13-0CCEEB17209E}" destId="{8DEC8BC5-FB7D-4F48-AC89-3A2C7A469C6D}" srcOrd="0" destOrd="0" presId="urn:microsoft.com/office/officeart/2008/layout/LinedList"/>
    <dgm:cxn modelId="{7E56C5F4-7213-43DE-BB87-9AA0BBD4071B}" srcId="{C47856A8-9E1C-4AE1-A66E-D612CB2DAB9A}" destId="{64B389D5-3E22-490D-AC13-0CCEEB17209E}" srcOrd="1" destOrd="0" parTransId="{BFB419D7-4969-41B4-A1D9-455673C801F2}" sibTransId="{18E61886-83ED-47A8-8A91-1AB0FFBB405B}"/>
    <dgm:cxn modelId="{E638C4AD-A50B-4CD6-AB63-D35418D1B07A}" type="presParOf" srcId="{BDADEEBC-BDB4-4A89-A2D7-FF80FAEF230D}" destId="{62E36A46-6288-4225-B335-C24E34A54797}" srcOrd="0" destOrd="0" presId="urn:microsoft.com/office/officeart/2008/layout/LinedList"/>
    <dgm:cxn modelId="{108603A1-FE9A-4E89-BB37-8BCE5B922196}" type="presParOf" srcId="{BDADEEBC-BDB4-4A89-A2D7-FF80FAEF230D}" destId="{8871F279-6DD5-4F1A-A04F-694DD9D2691A}" srcOrd="1" destOrd="0" presId="urn:microsoft.com/office/officeart/2008/layout/LinedList"/>
    <dgm:cxn modelId="{8B9ECF67-E7E4-4368-BA6B-7E1AE5EF1B03}" type="presParOf" srcId="{8871F279-6DD5-4F1A-A04F-694DD9D2691A}" destId="{BD4AF3A3-5048-47C9-B644-A8EA2F699DDB}" srcOrd="0" destOrd="0" presId="urn:microsoft.com/office/officeart/2008/layout/LinedList"/>
    <dgm:cxn modelId="{D6F124E3-C800-4760-B474-2CD0B619C2E2}" type="presParOf" srcId="{8871F279-6DD5-4F1A-A04F-694DD9D2691A}" destId="{96C5C94B-0A61-4282-9A77-92C203EC1098}" srcOrd="1" destOrd="0" presId="urn:microsoft.com/office/officeart/2008/layout/LinedList"/>
    <dgm:cxn modelId="{B602AD9F-3DFB-4135-BCEC-C027237E9569}" type="presParOf" srcId="{BDADEEBC-BDB4-4A89-A2D7-FF80FAEF230D}" destId="{01A0CEFF-C13E-49A7-B8F6-627591CDEBF4}" srcOrd="2" destOrd="0" presId="urn:microsoft.com/office/officeart/2008/layout/LinedList"/>
    <dgm:cxn modelId="{74EFD0E2-FEC0-4525-A8F2-42F79F8EF3DE}" type="presParOf" srcId="{BDADEEBC-BDB4-4A89-A2D7-FF80FAEF230D}" destId="{B474EADF-DB69-4637-BF4D-61A229B5EFAE}" srcOrd="3" destOrd="0" presId="urn:microsoft.com/office/officeart/2008/layout/LinedList"/>
    <dgm:cxn modelId="{C78B79A2-3E51-43D0-AEF3-986378588874}" type="presParOf" srcId="{B474EADF-DB69-4637-BF4D-61A229B5EFAE}" destId="{8DEC8BC5-FB7D-4F48-AC89-3A2C7A469C6D}" srcOrd="0" destOrd="0" presId="urn:microsoft.com/office/officeart/2008/layout/LinedList"/>
    <dgm:cxn modelId="{A4A4BBCB-7397-4E6B-A5AB-9CB18A372C86}" type="presParOf" srcId="{B474EADF-DB69-4637-BF4D-61A229B5EFAE}" destId="{7E9A750A-E061-4D49-B968-5BE4E5BBAC99}" srcOrd="1" destOrd="0" presId="urn:microsoft.com/office/officeart/2008/layout/LinedList"/>
    <dgm:cxn modelId="{510CA396-40DB-4061-853C-8839103F6472}" type="presParOf" srcId="{BDADEEBC-BDB4-4A89-A2D7-FF80FAEF230D}" destId="{E44A1898-F996-4E8D-8854-934E459535A5}" srcOrd="4" destOrd="0" presId="urn:microsoft.com/office/officeart/2008/layout/LinedList"/>
    <dgm:cxn modelId="{47BFA707-FD41-441F-90F0-6AF9369A3549}" type="presParOf" srcId="{BDADEEBC-BDB4-4A89-A2D7-FF80FAEF230D}" destId="{51A3F064-6307-4832-9503-1DDF419FC26D}" srcOrd="5" destOrd="0" presId="urn:microsoft.com/office/officeart/2008/layout/LinedList"/>
    <dgm:cxn modelId="{471EFCC5-13F4-4CC2-8798-072E41E14301}" type="presParOf" srcId="{51A3F064-6307-4832-9503-1DDF419FC26D}" destId="{71F754B8-BBE1-46C2-B510-D158A07BC7D8}" srcOrd="0" destOrd="0" presId="urn:microsoft.com/office/officeart/2008/layout/LinedList"/>
    <dgm:cxn modelId="{3C7BA495-BA54-497A-B889-BE09DAD07766}" type="presParOf" srcId="{51A3F064-6307-4832-9503-1DDF419FC26D}" destId="{3AA31FDF-5EA9-4A6C-BE56-E9B561B253C2}" srcOrd="1" destOrd="0" presId="urn:microsoft.com/office/officeart/2008/layout/LinedList"/>
    <dgm:cxn modelId="{C712B40A-3629-487F-ACF8-E95866E14589}" type="presParOf" srcId="{BDADEEBC-BDB4-4A89-A2D7-FF80FAEF230D}" destId="{4F866B5F-9636-42E6-95D4-0061CCF1C1FD}" srcOrd="6" destOrd="0" presId="urn:microsoft.com/office/officeart/2008/layout/LinedList"/>
    <dgm:cxn modelId="{B1DF182E-8212-4812-9428-EF46812F9B84}" type="presParOf" srcId="{BDADEEBC-BDB4-4A89-A2D7-FF80FAEF230D}" destId="{F05FF10B-2FC9-4FE5-967D-9C0DDD73DCB5}" srcOrd="7" destOrd="0" presId="urn:microsoft.com/office/officeart/2008/layout/LinedList"/>
    <dgm:cxn modelId="{233F032B-29DD-44C7-BADD-CCB46CE3FDA0}" type="presParOf" srcId="{F05FF10B-2FC9-4FE5-967D-9C0DDD73DCB5}" destId="{9227065B-0C76-4CE4-A3ED-90E5E2057B37}" srcOrd="0" destOrd="0" presId="urn:microsoft.com/office/officeart/2008/layout/LinedList"/>
    <dgm:cxn modelId="{45DBE04F-7B21-46FA-9EAF-4CDA29CD6A66}" type="presParOf" srcId="{F05FF10B-2FC9-4FE5-967D-9C0DDD73DCB5}" destId="{7E32AFF4-D620-425D-B0BB-E65EE8C28AB5}" srcOrd="1" destOrd="0" presId="urn:microsoft.com/office/officeart/2008/layout/LinedList"/>
    <dgm:cxn modelId="{E5D641B9-C240-4D8D-8E3C-F4AEBB3D9330}" type="presParOf" srcId="{BDADEEBC-BDB4-4A89-A2D7-FF80FAEF230D}" destId="{B6868354-64DF-40A3-A177-702523921BAC}" srcOrd="8" destOrd="0" presId="urn:microsoft.com/office/officeart/2008/layout/LinedList"/>
    <dgm:cxn modelId="{7ABDC49F-4A0F-4E02-A9D1-05571EC26B2E}" type="presParOf" srcId="{BDADEEBC-BDB4-4A89-A2D7-FF80FAEF230D}" destId="{669FE22D-24AC-4972-8A20-5B4502787F65}" srcOrd="9" destOrd="0" presId="urn:microsoft.com/office/officeart/2008/layout/LinedList"/>
    <dgm:cxn modelId="{A8D5BDFC-6896-44E0-A93F-073A3AA16DF5}" type="presParOf" srcId="{669FE22D-24AC-4972-8A20-5B4502787F65}" destId="{623DED2F-F15F-4C54-A91F-76DE04968FB0}" srcOrd="0" destOrd="0" presId="urn:microsoft.com/office/officeart/2008/layout/LinedList"/>
    <dgm:cxn modelId="{13FC5403-EAC9-41AA-A0CF-BCFBF40B0001}" type="presParOf" srcId="{669FE22D-24AC-4972-8A20-5B4502787F65}" destId="{94B61C63-A577-4329-BF7B-7D10D929EB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E1B5FFD-B8AD-4C8D-9C30-D5CB4E9F0B26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0C68D10-2ACD-4440-B5DE-6B89AFC793D6}">
      <dgm:prSet/>
      <dgm:spPr/>
      <dgm:t>
        <a:bodyPr/>
        <a:lstStyle/>
        <a:p>
          <a:r>
            <a:rPr lang="en-US" b="1"/>
            <a:t>Banking</a:t>
          </a:r>
          <a:endParaRPr lang="en-US"/>
        </a:p>
      </dgm:t>
    </dgm:pt>
    <dgm:pt modelId="{DAC3C0E1-5553-43B1-87AD-4B2B6C29208D}" type="parTrans" cxnId="{1037492C-E823-4864-9D2D-EFD79AC0F81D}">
      <dgm:prSet/>
      <dgm:spPr/>
      <dgm:t>
        <a:bodyPr/>
        <a:lstStyle/>
        <a:p>
          <a:endParaRPr lang="en-US"/>
        </a:p>
      </dgm:t>
    </dgm:pt>
    <dgm:pt modelId="{EEB52993-3944-4006-A070-1E03C5E91818}" type="sibTrans" cxnId="{1037492C-E823-4864-9D2D-EFD79AC0F81D}">
      <dgm:prSet/>
      <dgm:spPr/>
      <dgm:t>
        <a:bodyPr/>
        <a:lstStyle/>
        <a:p>
          <a:endParaRPr lang="en-US"/>
        </a:p>
      </dgm:t>
    </dgm:pt>
    <dgm:pt modelId="{BEAA8E1D-0BB2-4242-84E6-3FF19EBB0835}">
      <dgm:prSet/>
      <dgm:spPr/>
      <dgm:t>
        <a:bodyPr/>
        <a:lstStyle/>
        <a:p>
          <a:r>
            <a:rPr lang="en-US"/>
            <a:t>Filter high-value transactions</a:t>
          </a:r>
        </a:p>
      </dgm:t>
    </dgm:pt>
    <dgm:pt modelId="{5412979A-60EB-4BEE-A73F-EE94D8C1E7C4}" type="parTrans" cxnId="{C96438DB-983E-43E5-BDFD-71D39286232C}">
      <dgm:prSet/>
      <dgm:spPr/>
      <dgm:t>
        <a:bodyPr/>
        <a:lstStyle/>
        <a:p>
          <a:endParaRPr lang="en-US"/>
        </a:p>
      </dgm:t>
    </dgm:pt>
    <dgm:pt modelId="{38A45F1C-C73B-40B3-85D9-DE1DD57AE655}" type="sibTrans" cxnId="{C96438DB-983E-43E5-BDFD-71D39286232C}">
      <dgm:prSet/>
      <dgm:spPr/>
      <dgm:t>
        <a:bodyPr/>
        <a:lstStyle/>
        <a:p>
          <a:endParaRPr lang="en-US"/>
        </a:p>
      </dgm:t>
    </dgm:pt>
    <dgm:pt modelId="{4D34E619-D532-4BDD-844C-5EC002887246}">
      <dgm:prSet/>
      <dgm:spPr/>
      <dgm:t>
        <a:bodyPr/>
        <a:lstStyle/>
        <a:p>
          <a:r>
            <a:rPr lang="en-US"/>
            <a:t>Group by account</a:t>
          </a:r>
        </a:p>
      </dgm:t>
    </dgm:pt>
    <dgm:pt modelId="{3ACCE36D-C0C6-4977-A502-2269FE7CB0C1}" type="parTrans" cxnId="{5DFAD8F7-16EE-4A74-8FFC-802FC85E65BB}">
      <dgm:prSet/>
      <dgm:spPr/>
      <dgm:t>
        <a:bodyPr/>
        <a:lstStyle/>
        <a:p>
          <a:endParaRPr lang="en-US"/>
        </a:p>
      </dgm:t>
    </dgm:pt>
    <dgm:pt modelId="{720D320B-31B5-4F7F-8374-CD6D4A131F4A}" type="sibTrans" cxnId="{5DFAD8F7-16EE-4A74-8FFC-802FC85E65BB}">
      <dgm:prSet/>
      <dgm:spPr/>
      <dgm:t>
        <a:bodyPr/>
        <a:lstStyle/>
        <a:p>
          <a:endParaRPr lang="en-US"/>
        </a:p>
      </dgm:t>
    </dgm:pt>
    <dgm:pt modelId="{8C4F335B-AD84-470B-BACC-97DBED4922CB}">
      <dgm:prSet/>
      <dgm:spPr/>
      <dgm:t>
        <a:bodyPr/>
        <a:lstStyle/>
        <a:p>
          <a:r>
            <a:rPr lang="en-US"/>
            <a:t>Detect anomalies</a:t>
          </a:r>
        </a:p>
      </dgm:t>
    </dgm:pt>
    <dgm:pt modelId="{D3461C7C-6BD1-4187-AE0E-988672303AAC}" type="parTrans" cxnId="{661A55DE-FEEC-4C29-A63B-B02AF81B563C}">
      <dgm:prSet/>
      <dgm:spPr/>
      <dgm:t>
        <a:bodyPr/>
        <a:lstStyle/>
        <a:p>
          <a:endParaRPr lang="en-US"/>
        </a:p>
      </dgm:t>
    </dgm:pt>
    <dgm:pt modelId="{B6F77942-E86F-41BC-9C05-B06602F97080}" type="sibTrans" cxnId="{661A55DE-FEEC-4C29-A63B-B02AF81B563C}">
      <dgm:prSet/>
      <dgm:spPr/>
      <dgm:t>
        <a:bodyPr/>
        <a:lstStyle/>
        <a:p>
          <a:endParaRPr lang="en-US"/>
        </a:p>
      </dgm:t>
    </dgm:pt>
    <dgm:pt modelId="{AEBC4137-BA64-4CB3-8DB5-B0F1CFAFE6E7}" type="pres">
      <dgm:prSet presAssocID="{2E1B5FFD-B8AD-4C8D-9C30-D5CB4E9F0B26}" presName="vert0" presStyleCnt="0">
        <dgm:presLayoutVars>
          <dgm:dir/>
          <dgm:animOne val="branch"/>
          <dgm:animLvl val="lvl"/>
        </dgm:presLayoutVars>
      </dgm:prSet>
      <dgm:spPr/>
    </dgm:pt>
    <dgm:pt modelId="{AAA7C8DB-9BF8-4DC2-AD17-89BA893A37FA}" type="pres">
      <dgm:prSet presAssocID="{60C68D10-2ACD-4440-B5DE-6B89AFC793D6}" presName="thickLine" presStyleLbl="alignNode1" presStyleIdx="0" presStyleCnt="4"/>
      <dgm:spPr/>
    </dgm:pt>
    <dgm:pt modelId="{83877121-D7E5-4432-94A6-09D553C45E44}" type="pres">
      <dgm:prSet presAssocID="{60C68D10-2ACD-4440-B5DE-6B89AFC793D6}" presName="horz1" presStyleCnt="0"/>
      <dgm:spPr/>
    </dgm:pt>
    <dgm:pt modelId="{DDF483E2-F7AE-4297-B51A-2EBD26FDE413}" type="pres">
      <dgm:prSet presAssocID="{60C68D10-2ACD-4440-B5DE-6B89AFC793D6}" presName="tx1" presStyleLbl="revTx" presStyleIdx="0" presStyleCnt="4"/>
      <dgm:spPr/>
    </dgm:pt>
    <dgm:pt modelId="{EF116D91-2E68-4884-A7F8-A7582F880E70}" type="pres">
      <dgm:prSet presAssocID="{60C68D10-2ACD-4440-B5DE-6B89AFC793D6}" presName="vert1" presStyleCnt="0"/>
      <dgm:spPr/>
    </dgm:pt>
    <dgm:pt modelId="{B41B3E25-4C8F-45C7-84BC-0E43F9C91EFD}" type="pres">
      <dgm:prSet presAssocID="{BEAA8E1D-0BB2-4242-84E6-3FF19EBB0835}" presName="thickLine" presStyleLbl="alignNode1" presStyleIdx="1" presStyleCnt="4"/>
      <dgm:spPr/>
    </dgm:pt>
    <dgm:pt modelId="{37940384-4E59-462C-A27E-6E23B0E28192}" type="pres">
      <dgm:prSet presAssocID="{BEAA8E1D-0BB2-4242-84E6-3FF19EBB0835}" presName="horz1" presStyleCnt="0"/>
      <dgm:spPr/>
    </dgm:pt>
    <dgm:pt modelId="{97AC57D3-F91C-441A-BFF4-00E74B6B6EEA}" type="pres">
      <dgm:prSet presAssocID="{BEAA8E1D-0BB2-4242-84E6-3FF19EBB0835}" presName="tx1" presStyleLbl="revTx" presStyleIdx="1" presStyleCnt="4"/>
      <dgm:spPr/>
    </dgm:pt>
    <dgm:pt modelId="{9D79DD78-96C2-4477-8C92-357179C742B1}" type="pres">
      <dgm:prSet presAssocID="{BEAA8E1D-0BB2-4242-84E6-3FF19EBB0835}" presName="vert1" presStyleCnt="0"/>
      <dgm:spPr/>
    </dgm:pt>
    <dgm:pt modelId="{6BCA1B21-875B-46BC-A8F8-63DE54FFD1EF}" type="pres">
      <dgm:prSet presAssocID="{4D34E619-D532-4BDD-844C-5EC002887246}" presName="thickLine" presStyleLbl="alignNode1" presStyleIdx="2" presStyleCnt="4"/>
      <dgm:spPr/>
    </dgm:pt>
    <dgm:pt modelId="{DECE3E9F-D5E4-4251-BF0E-36FF5037460D}" type="pres">
      <dgm:prSet presAssocID="{4D34E619-D532-4BDD-844C-5EC002887246}" presName="horz1" presStyleCnt="0"/>
      <dgm:spPr/>
    </dgm:pt>
    <dgm:pt modelId="{9379F232-265C-41DC-A0CF-D509B707D755}" type="pres">
      <dgm:prSet presAssocID="{4D34E619-D532-4BDD-844C-5EC002887246}" presName="tx1" presStyleLbl="revTx" presStyleIdx="2" presStyleCnt="4"/>
      <dgm:spPr/>
    </dgm:pt>
    <dgm:pt modelId="{F9FBA6FF-BA58-4201-B273-052929EC6A33}" type="pres">
      <dgm:prSet presAssocID="{4D34E619-D532-4BDD-844C-5EC002887246}" presName="vert1" presStyleCnt="0"/>
      <dgm:spPr/>
    </dgm:pt>
    <dgm:pt modelId="{81346D95-CA31-4C1F-A6B2-548D115E7AC2}" type="pres">
      <dgm:prSet presAssocID="{8C4F335B-AD84-470B-BACC-97DBED4922CB}" presName="thickLine" presStyleLbl="alignNode1" presStyleIdx="3" presStyleCnt="4"/>
      <dgm:spPr/>
    </dgm:pt>
    <dgm:pt modelId="{2A0DD0A0-6B7F-4FB0-ADD1-3AF4CFDA8228}" type="pres">
      <dgm:prSet presAssocID="{8C4F335B-AD84-470B-BACC-97DBED4922CB}" presName="horz1" presStyleCnt="0"/>
      <dgm:spPr/>
    </dgm:pt>
    <dgm:pt modelId="{1A8D632C-6C46-4061-8C42-4ABDC94864E9}" type="pres">
      <dgm:prSet presAssocID="{8C4F335B-AD84-470B-BACC-97DBED4922CB}" presName="tx1" presStyleLbl="revTx" presStyleIdx="3" presStyleCnt="4"/>
      <dgm:spPr/>
    </dgm:pt>
    <dgm:pt modelId="{61F9C4E3-CBE5-447A-BA7D-D517704A0F46}" type="pres">
      <dgm:prSet presAssocID="{8C4F335B-AD84-470B-BACC-97DBED4922CB}" presName="vert1" presStyleCnt="0"/>
      <dgm:spPr/>
    </dgm:pt>
  </dgm:ptLst>
  <dgm:cxnLst>
    <dgm:cxn modelId="{52F48C0F-246F-4659-9ADF-FCBB52D0DDF4}" type="presOf" srcId="{BEAA8E1D-0BB2-4242-84E6-3FF19EBB0835}" destId="{97AC57D3-F91C-441A-BFF4-00E74B6B6EEA}" srcOrd="0" destOrd="0" presId="urn:microsoft.com/office/officeart/2008/layout/LinedList"/>
    <dgm:cxn modelId="{1037492C-E823-4864-9D2D-EFD79AC0F81D}" srcId="{2E1B5FFD-B8AD-4C8D-9C30-D5CB4E9F0B26}" destId="{60C68D10-2ACD-4440-B5DE-6B89AFC793D6}" srcOrd="0" destOrd="0" parTransId="{DAC3C0E1-5553-43B1-87AD-4B2B6C29208D}" sibTransId="{EEB52993-3944-4006-A070-1E03C5E91818}"/>
    <dgm:cxn modelId="{2F281C4D-D63A-432F-A4F6-41FABB506CB3}" type="presOf" srcId="{8C4F335B-AD84-470B-BACC-97DBED4922CB}" destId="{1A8D632C-6C46-4061-8C42-4ABDC94864E9}" srcOrd="0" destOrd="0" presId="urn:microsoft.com/office/officeart/2008/layout/LinedList"/>
    <dgm:cxn modelId="{ABF7A659-6399-441D-A1FB-217A7D64C3E1}" type="presOf" srcId="{2E1B5FFD-B8AD-4C8D-9C30-D5CB4E9F0B26}" destId="{AEBC4137-BA64-4CB3-8DB5-B0F1CFAFE6E7}" srcOrd="0" destOrd="0" presId="urn:microsoft.com/office/officeart/2008/layout/LinedList"/>
    <dgm:cxn modelId="{08A2CDAD-28E4-4175-B12B-780CF41DF307}" type="presOf" srcId="{4D34E619-D532-4BDD-844C-5EC002887246}" destId="{9379F232-265C-41DC-A0CF-D509B707D755}" srcOrd="0" destOrd="0" presId="urn:microsoft.com/office/officeart/2008/layout/LinedList"/>
    <dgm:cxn modelId="{C96438DB-983E-43E5-BDFD-71D39286232C}" srcId="{2E1B5FFD-B8AD-4C8D-9C30-D5CB4E9F0B26}" destId="{BEAA8E1D-0BB2-4242-84E6-3FF19EBB0835}" srcOrd="1" destOrd="0" parTransId="{5412979A-60EB-4BEE-A73F-EE94D8C1E7C4}" sibTransId="{38A45F1C-C73B-40B3-85D9-DE1DD57AE655}"/>
    <dgm:cxn modelId="{661A55DE-FEEC-4C29-A63B-B02AF81B563C}" srcId="{2E1B5FFD-B8AD-4C8D-9C30-D5CB4E9F0B26}" destId="{8C4F335B-AD84-470B-BACC-97DBED4922CB}" srcOrd="3" destOrd="0" parTransId="{D3461C7C-6BD1-4187-AE0E-988672303AAC}" sibTransId="{B6F77942-E86F-41BC-9C05-B06602F97080}"/>
    <dgm:cxn modelId="{C7970FEE-0796-441E-AE51-654D4F533867}" type="presOf" srcId="{60C68D10-2ACD-4440-B5DE-6B89AFC793D6}" destId="{DDF483E2-F7AE-4297-B51A-2EBD26FDE413}" srcOrd="0" destOrd="0" presId="urn:microsoft.com/office/officeart/2008/layout/LinedList"/>
    <dgm:cxn modelId="{5DFAD8F7-16EE-4A74-8FFC-802FC85E65BB}" srcId="{2E1B5FFD-B8AD-4C8D-9C30-D5CB4E9F0B26}" destId="{4D34E619-D532-4BDD-844C-5EC002887246}" srcOrd="2" destOrd="0" parTransId="{3ACCE36D-C0C6-4977-A502-2269FE7CB0C1}" sibTransId="{720D320B-31B5-4F7F-8374-CD6D4A131F4A}"/>
    <dgm:cxn modelId="{622052FA-C19D-4B52-A02A-87F7679A7173}" type="presParOf" srcId="{AEBC4137-BA64-4CB3-8DB5-B0F1CFAFE6E7}" destId="{AAA7C8DB-9BF8-4DC2-AD17-89BA893A37FA}" srcOrd="0" destOrd="0" presId="urn:microsoft.com/office/officeart/2008/layout/LinedList"/>
    <dgm:cxn modelId="{89DB4A26-241B-4760-89BD-62C8AD61E032}" type="presParOf" srcId="{AEBC4137-BA64-4CB3-8DB5-B0F1CFAFE6E7}" destId="{83877121-D7E5-4432-94A6-09D553C45E44}" srcOrd="1" destOrd="0" presId="urn:microsoft.com/office/officeart/2008/layout/LinedList"/>
    <dgm:cxn modelId="{508171CF-595E-4DA5-A029-D0BAA6ACBD9E}" type="presParOf" srcId="{83877121-D7E5-4432-94A6-09D553C45E44}" destId="{DDF483E2-F7AE-4297-B51A-2EBD26FDE413}" srcOrd="0" destOrd="0" presId="urn:microsoft.com/office/officeart/2008/layout/LinedList"/>
    <dgm:cxn modelId="{4A0E5B21-FE46-4F01-846B-196620E32EB0}" type="presParOf" srcId="{83877121-D7E5-4432-94A6-09D553C45E44}" destId="{EF116D91-2E68-4884-A7F8-A7582F880E70}" srcOrd="1" destOrd="0" presId="urn:microsoft.com/office/officeart/2008/layout/LinedList"/>
    <dgm:cxn modelId="{AAE0864A-EC25-485E-AEE7-1D717BBB22D4}" type="presParOf" srcId="{AEBC4137-BA64-4CB3-8DB5-B0F1CFAFE6E7}" destId="{B41B3E25-4C8F-45C7-84BC-0E43F9C91EFD}" srcOrd="2" destOrd="0" presId="urn:microsoft.com/office/officeart/2008/layout/LinedList"/>
    <dgm:cxn modelId="{7D1DE263-9121-4449-91CD-1CC2DC2BDDB4}" type="presParOf" srcId="{AEBC4137-BA64-4CB3-8DB5-B0F1CFAFE6E7}" destId="{37940384-4E59-462C-A27E-6E23B0E28192}" srcOrd="3" destOrd="0" presId="urn:microsoft.com/office/officeart/2008/layout/LinedList"/>
    <dgm:cxn modelId="{3BCAEB53-15FC-44C6-9ECC-444CE2E8D83E}" type="presParOf" srcId="{37940384-4E59-462C-A27E-6E23B0E28192}" destId="{97AC57D3-F91C-441A-BFF4-00E74B6B6EEA}" srcOrd="0" destOrd="0" presId="urn:microsoft.com/office/officeart/2008/layout/LinedList"/>
    <dgm:cxn modelId="{5B4E95B8-B49C-4F3E-AA7E-AFC0447C46C6}" type="presParOf" srcId="{37940384-4E59-462C-A27E-6E23B0E28192}" destId="{9D79DD78-96C2-4477-8C92-357179C742B1}" srcOrd="1" destOrd="0" presId="urn:microsoft.com/office/officeart/2008/layout/LinedList"/>
    <dgm:cxn modelId="{C7F7464E-6DA6-4566-AC5F-FE6498C75470}" type="presParOf" srcId="{AEBC4137-BA64-4CB3-8DB5-B0F1CFAFE6E7}" destId="{6BCA1B21-875B-46BC-A8F8-63DE54FFD1EF}" srcOrd="4" destOrd="0" presId="urn:microsoft.com/office/officeart/2008/layout/LinedList"/>
    <dgm:cxn modelId="{2F5CDF83-DEB5-4FEC-AF73-AF87E3CF0641}" type="presParOf" srcId="{AEBC4137-BA64-4CB3-8DB5-B0F1CFAFE6E7}" destId="{DECE3E9F-D5E4-4251-BF0E-36FF5037460D}" srcOrd="5" destOrd="0" presId="urn:microsoft.com/office/officeart/2008/layout/LinedList"/>
    <dgm:cxn modelId="{CFD48719-4CB6-46E5-9836-5BDAE27930BB}" type="presParOf" srcId="{DECE3E9F-D5E4-4251-BF0E-36FF5037460D}" destId="{9379F232-265C-41DC-A0CF-D509B707D755}" srcOrd="0" destOrd="0" presId="urn:microsoft.com/office/officeart/2008/layout/LinedList"/>
    <dgm:cxn modelId="{0B6E72C5-096A-4288-9CAF-8811D439E955}" type="presParOf" srcId="{DECE3E9F-D5E4-4251-BF0E-36FF5037460D}" destId="{F9FBA6FF-BA58-4201-B273-052929EC6A33}" srcOrd="1" destOrd="0" presId="urn:microsoft.com/office/officeart/2008/layout/LinedList"/>
    <dgm:cxn modelId="{920F9990-FB2B-4BAF-9C24-1253D0E07A47}" type="presParOf" srcId="{AEBC4137-BA64-4CB3-8DB5-B0F1CFAFE6E7}" destId="{81346D95-CA31-4C1F-A6B2-548D115E7AC2}" srcOrd="6" destOrd="0" presId="urn:microsoft.com/office/officeart/2008/layout/LinedList"/>
    <dgm:cxn modelId="{050602E9-8DF3-4C1E-9CA5-04B346068026}" type="presParOf" srcId="{AEBC4137-BA64-4CB3-8DB5-B0F1CFAFE6E7}" destId="{2A0DD0A0-6B7F-4FB0-ADD1-3AF4CFDA8228}" srcOrd="7" destOrd="0" presId="urn:microsoft.com/office/officeart/2008/layout/LinedList"/>
    <dgm:cxn modelId="{18683705-5704-4D2E-BD0F-78C59BAB08D0}" type="presParOf" srcId="{2A0DD0A0-6B7F-4FB0-ADD1-3AF4CFDA8228}" destId="{1A8D632C-6C46-4061-8C42-4ABDC94864E9}" srcOrd="0" destOrd="0" presId="urn:microsoft.com/office/officeart/2008/layout/LinedList"/>
    <dgm:cxn modelId="{2CAFCCEE-FD6A-4D94-B487-8BA7BF9212E3}" type="presParOf" srcId="{2A0DD0A0-6B7F-4FB0-ADD1-3AF4CFDA8228}" destId="{61F9C4E3-CBE5-447A-BA7D-D517704A0F4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1AF17DB-37B4-463C-8E6E-A44F254935A5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384F307-13DA-4DAA-A863-9498B7ABE5DA}">
      <dgm:prSet/>
      <dgm:spPr/>
      <dgm:t>
        <a:bodyPr/>
        <a:lstStyle/>
        <a:p>
          <a:r>
            <a:rPr lang="en-US" b="1"/>
            <a:t>E-commerce</a:t>
          </a:r>
          <a:endParaRPr lang="en-US"/>
        </a:p>
      </dgm:t>
    </dgm:pt>
    <dgm:pt modelId="{F3FD03FD-AA42-4ADD-8C8A-C69141699673}" type="parTrans" cxnId="{4B4D6A2D-D914-4384-8AB0-BDD69982DDC5}">
      <dgm:prSet/>
      <dgm:spPr/>
      <dgm:t>
        <a:bodyPr/>
        <a:lstStyle/>
        <a:p>
          <a:endParaRPr lang="en-US"/>
        </a:p>
      </dgm:t>
    </dgm:pt>
    <dgm:pt modelId="{C291D4F9-4A23-4130-9F2E-2F63422AA52C}" type="sibTrans" cxnId="{4B4D6A2D-D914-4384-8AB0-BDD69982DDC5}">
      <dgm:prSet/>
      <dgm:spPr/>
      <dgm:t>
        <a:bodyPr/>
        <a:lstStyle/>
        <a:p>
          <a:endParaRPr lang="en-US"/>
        </a:p>
      </dgm:t>
    </dgm:pt>
    <dgm:pt modelId="{F26C3811-894F-4F70-BC0E-5AE3F06FAB88}">
      <dgm:prSet/>
      <dgm:spPr/>
      <dgm:t>
        <a:bodyPr/>
        <a:lstStyle/>
        <a:p>
          <a:r>
            <a:rPr lang="en-US"/>
            <a:t>Clickstream cleaning</a:t>
          </a:r>
        </a:p>
      </dgm:t>
    </dgm:pt>
    <dgm:pt modelId="{2FD84AC5-6AD8-4DD1-B951-1683262EACCA}" type="parTrans" cxnId="{69289C29-D2F7-4FFC-BFD6-13A85004C6A0}">
      <dgm:prSet/>
      <dgm:spPr/>
      <dgm:t>
        <a:bodyPr/>
        <a:lstStyle/>
        <a:p>
          <a:endParaRPr lang="en-US"/>
        </a:p>
      </dgm:t>
    </dgm:pt>
    <dgm:pt modelId="{A003C3F7-880B-4A3C-A2DA-99E4E3395494}" type="sibTrans" cxnId="{69289C29-D2F7-4FFC-BFD6-13A85004C6A0}">
      <dgm:prSet/>
      <dgm:spPr/>
      <dgm:t>
        <a:bodyPr/>
        <a:lstStyle/>
        <a:p>
          <a:endParaRPr lang="en-US"/>
        </a:p>
      </dgm:t>
    </dgm:pt>
    <dgm:pt modelId="{CC36F7FB-81DD-4EA8-AFB6-8D4419C053F1}">
      <dgm:prSet/>
      <dgm:spPr/>
      <dgm:t>
        <a:bodyPr/>
        <a:lstStyle/>
        <a:p>
          <a:r>
            <a:rPr lang="en-US"/>
            <a:t>Sessionization</a:t>
          </a:r>
        </a:p>
      </dgm:t>
    </dgm:pt>
    <dgm:pt modelId="{7563AC47-21B7-4EEF-9049-19E9B531EAAA}" type="parTrans" cxnId="{10197B0E-A681-4553-AAFD-978C3FF3CE19}">
      <dgm:prSet/>
      <dgm:spPr/>
      <dgm:t>
        <a:bodyPr/>
        <a:lstStyle/>
        <a:p>
          <a:endParaRPr lang="en-US"/>
        </a:p>
      </dgm:t>
    </dgm:pt>
    <dgm:pt modelId="{B473936B-6C2D-4BF1-A248-631E649FD5C0}" type="sibTrans" cxnId="{10197B0E-A681-4553-AAFD-978C3FF3CE19}">
      <dgm:prSet/>
      <dgm:spPr/>
      <dgm:t>
        <a:bodyPr/>
        <a:lstStyle/>
        <a:p>
          <a:endParaRPr lang="en-US"/>
        </a:p>
      </dgm:t>
    </dgm:pt>
    <dgm:pt modelId="{287D25D4-60F8-4387-8346-4DF3EB13164C}">
      <dgm:prSet/>
      <dgm:spPr/>
      <dgm:t>
        <a:bodyPr/>
        <a:lstStyle/>
        <a:p>
          <a:r>
            <a:rPr lang="en-US"/>
            <a:t>Recommendation features</a:t>
          </a:r>
        </a:p>
      </dgm:t>
    </dgm:pt>
    <dgm:pt modelId="{2682F5C8-FF58-4F4D-B766-7735422CA94B}" type="parTrans" cxnId="{6FCBF47A-8925-4A47-8C19-72B61078160C}">
      <dgm:prSet/>
      <dgm:spPr/>
      <dgm:t>
        <a:bodyPr/>
        <a:lstStyle/>
        <a:p>
          <a:endParaRPr lang="en-US"/>
        </a:p>
      </dgm:t>
    </dgm:pt>
    <dgm:pt modelId="{7E89E959-10A3-4E4F-800F-26676ECB97BA}" type="sibTrans" cxnId="{6FCBF47A-8925-4A47-8C19-72B61078160C}">
      <dgm:prSet/>
      <dgm:spPr/>
      <dgm:t>
        <a:bodyPr/>
        <a:lstStyle/>
        <a:p>
          <a:endParaRPr lang="en-US"/>
        </a:p>
      </dgm:t>
    </dgm:pt>
    <dgm:pt modelId="{8B2C7EE0-1759-4A37-8F10-0E3A8A47AD20}" type="pres">
      <dgm:prSet presAssocID="{E1AF17DB-37B4-463C-8E6E-A44F254935A5}" presName="vert0" presStyleCnt="0">
        <dgm:presLayoutVars>
          <dgm:dir/>
          <dgm:animOne val="branch"/>
          <dgm:animLvl val="lvl"/>
        </dgm:presLayoutVars>
      </dgm:prSet>
      <dgm:spPr/>
    </dgm:pt>
    <dgm:pt modelId="{57DBC248-5F0E-4D5F-B2C9-E039969ED47F}" type="pres">
      <dgm:prSet presAssocID="{5384F307-13DA-4DAA-A863-9498B7ABE5DA}" presName="thickLine" presStyleLbl="alignNode1" presStyleIdx="0" presStyleCnt="4"/>
      <dgm:spPr/>
    </dgm:pt>
    <dgm:pt modelId="{5BC69D86-D9A3-489C-808A-502F296EC333}" type="pres">
      <dgm:prSet presAssocID="{5384F307-13DA-4DAA-A863-9498B7ABE5DA}" presName="horz1" presStyleCnt="0"/>
      <dgm:spPr/>
    </dgm:pt>
    <dgm:pt modelId="{DA11A88E-D422-44DF-958C-E01158C92074}" type="pres">
      <dgm:prSet presAssocID="{5384F307-13DA-4DAA-A863-9498B7ABE5DA}" presName="tx1" presStyleLbl="revTx" presStyleIdx="0" presStyleCnt="4"/>
      <dgm:spPr/>
    </dgm:pt>
    <dgm:pt modelId="{1FCD368A-6244-4C5F-8A55-9DD17AE7D26E}" type="pres">
      <dgm:prSet presAssocID="{5384F307-13DA-4DAA-A863-9498B7ABE5DA}" presName="vert1" presStyleCnt="0"/>
      <dgm:spPr/>
    </dgm:pt>
    <dgm:pt modelId="{CE42A4CF-B705-4846-8B86-0388854BAF9D}" type="pres">
      <dgm:prSet presAssocID="{F26C3811-894F-4F70-BC0E-5AE3F06FAB88}" presName="thickLine" presStyleLbl="alignNode1" presStyleIdx="1" presStyleCnt="4"/>
      <dgm:spPr/>
    </dgm:pt>
    <dgm:pt modelId="{8D9DDFE4-4417-4D76-A5D4-5A86CE25B216}" type="pres">
      <dgm:prSet presAssocID="{F26C3811-894F-4F70-BC0E-5AE3F06FAB88}" presName="horz1" presStyleCnt="0"/>
      <dgm:spPr/>
    </dgm:pt>
    <dgm:pt modelId="{755E0F40-A579-4824-81C4-497453916D20}" type="pres">
      <dgm:prSet presAssocID="{F26C3811-894F-4F70-BC0E-5AE3F06FAB88}" presName="tx1" presStyleLbl="revTx" presStyleIdx="1" presStyleCnt="4"/>
      <dgm:spPr/>
    </dgm:pt>
    <dgm:pt modelId="{B1214162-F927-41AF-B31E-128E5261E417}" type="pres">
      <dgm:prSet presAssocID="{F26C3811-894F-4F70-BC0E-5AE3F06FAB88}" presName="vert1" presStyleCnt="0"/>
      <dgm:spPr/>
    </dgm:pt>
    <dgm:pt modelId="{9F1006FF-0A06-4F9B-A94A-CF9B8494F9B5}" type="pres">
      <dgm:prSet presAssocID="{CC36F7FB-81DD-4EA8-AFB6-8D4419C053F1}" presName="thickLine" presStyleLbl="alignNode1" presStyleIdx="2" presStyleCnt="4"/>
      <dgm:spPr/>
    </dgm:pt>
    <dgm:pt modelId="{E08AAAD7-07CF-42A9-8FEC-D1131D4980D4}" type="pres">
      <dgm:prSet presAssocID="{CC36F7FB-81DD-4EA8-AFB6-8D4419C053F1}" presName="horz1" presStyleCnt="0"/>
      <dgm:spPr/>
    </dgm:pt>
    <dgm:pt modelId="{8D9B6619-6E3D-4AFF-A508-571AA957AD40}" type="pres">
      <dgm:prSet presAssocID="{CC36F7FB-81DD-4EA8-AFB6-8D4419C053F1}" presName="tx1" presStyleLbl="revTx" presStyleIdx="2" presStyleCnt="4"/>
      <dgm:spPr/>
    </dgm:pt>
    <dgm:pt modelId="{4708F01D-2D96-40F0-A0F1-DFA49E2F206C}" type="pres">
      <dgm:prSet presAssocID="{CC36F7FB-81DD-4EA8-AFB6-8D4419C053F1}" presName="vert1" presStyleCnt="0"/>
      <dgm:spPr/>
    </dgm:pt>
    <dgm:pt modelId="{1372BAE1-43FF-4353-8065-5A14112D713D}" type="pres">
      <dgm:prSet presAssocID="{287D25D4-60F8-4387-8346-4DF3EB13164C}" presName="thickLine" presStyleLbl="alignNode1" presStyleIdx="3" presStyleCnt="4"/>
      <dgm:spPr/>
    </dgm:pt>
    <dgm:pt modelId="{55DFD473-53AA-4F0A-BF77-5FDA9C677591}" type="pres">
      <dgm:prSet presAssocID="{287D25D4-60F8-4387-8346-4DF3EB13164C}" presName="horz1" presStyleCnt="0"/>
      <dgm:spPr/>
    </dgm:pt>
    <dgm:pt modelId="{A4E500D9-1CAD-4CB0-A21F-D3EB7F4B5646}" type="pres">
      <dgm:prSet presAssocID="{287D25D4-60F8-4387-8346-4DF3EB13164C}" presName="tx1" presStyleLbl="revTx" presStyleIdx="3" presStyleCnt="4"/>
      <dgm:spPr/>
    </dgm:pt>
    <dgm:pt modelId="{9DE628F8-6DAB-496B-8D09-84657E5F9F5C}" type="pres">
      <dgm:prSet presAssocID="{287D25D4-60F8-4387-8346-4DF3EB13164C}" presName="vert1" presStyleCnt="0"/>
      <dgm:spPr/>
    </dgm:pt>
  </dgm:ptLst>
  <dgm:cxnLst>
    <dgm:cxn modelId="{6D55930D-01DF-4291-8D77-A87B46D5A4A5}" type="presOf" srcId="{CC36F7FB-81DD-4EA8-AFB6-8D4419C053F1}" destId="{8D9B6619-6E3D-4AFF-A508-571AA957AD40}" srcOrd="0" destOrd="0" presId="urn:microsoft.com/office/officeart/2008/layout/LinedList"/>
    <dgm:cxn modelId="{10197B0E-A681-4553-AAFD-978C3FF3CE19}" srcId="{E1AF17DB-37B4-463C-8E6E-A44F254935A5}" destId="{CC36F7FB-81DD-4EA8-AFB6-8D4419C053F1}" srcOrd="2" destOrd="0" parTransId="{7563AC47-21B7-4EEF-9049-19E9B531EAAA}" sibTransId="{B473936B-6C2D-4BF1-A248-631E649FD5C0}"/>
    <dgm:cxn modelId="{69289C29-D2F7-4FFC-BFD6-13A85004C6A0}" srcId="{E1AF17DB-37B4-463C-8E6E-A44F254935A5}" destId="{F26C3811-894F-4F70-BC0E-5AE3F06FAB88}" srcOrd="1" destOrd="0" parTransId="{2FD84AC5-6AD8-4DD1-B951-1683262EACCA}" sibTransId="{A003C3F7-880B-4A3C-A2DA-99E4E3395494}"/>
    <dgm:cxn modelId="{4B4D6A2D-D914-4384-8AB0-BDD69982DDC5}" srcId="{E1AF17DB-37B4-463C-8E6E-A44F254935A5}" destId="{5384F307-13DA-4DAA-A863-9498B7ABE5DA}" srcOrd="0" destOrd="0" parTransId="{F3FD03FD-AA42-4ADD-8C8A-C69141699673}" sibTransId="{C291D4F9-4A23-4130-9F2E-2F63422AA52C}"/>
    <dgm:cxn modelId="{87281138-FF91-4B50-8AF4-C7BD771DD42F}" type="presOf" srcId="{E1AF17DB-37B4-463C-8E6E-A44F254935A5}" destId="{8B2C7EE0-1759-4A37-8F10-0E3A8A47AD20}" srcOrd="0" destOrd="0" presId="urn:microsoft.com/office/officeart/2008/layout/LinedList"/>
    <dgm:cxn modelId="{39172D5F-9090-4A72-AB8C-8434E1B00ED0}" type="presOf" srcId="{5384F307-13DA-4DAA-A863-9498B7ABE5DA}" destId="{DA11A88E-D422-44DF-958C-E01158C92074}" srcOrd="0" destOrd="0" presId="urn:microsoft.com/office/officeart/2008/layout/LinedList"/>
    <dgm:cxn modelId="{6FCBF47A-8925-4A47-8C19-72B61078160C}" srcId="{E1AF17DB-37B4-463C-8E6E-A44F254935A5}" destId="{287D25D4-60F8-4387-8346-4DF3EB13164C}" srcOrd="3" destOrd="0" parTransId="{2682F5C8-FF58-4F4D-B766-7735422CA94B}" sibTransId="{7E89E959-10A3-4E4F-800F-26676ECB97BA}"/>
    <dgm:cxn modelId="{885E4890-7A99-4C26-B370-DAC61507A04F}" type="presOf" srcId="{287D25D4-60F8-4387-8346-4DF3EB13164C}" destId="{A4E500D9-1CAD-4CB0-A21F-D3EB7F4B5646}" srcOrd="0" destOrd="0" presId="urn:microsoft.com/office/officeart/2008/layout/LinedList"/>
    <dgm:cxn modelId="{26474BDD-07E4-431B-A16F-55A6EAB454B7}" type="presOf" srcId="{F26C3811-894F-4F70-BC0E-5AE3F06FAB88}" destId="{755E0F40-A579-4824-81C4-497453916D20}" srcOrd="0" destOrd="0" presId="urn:microsoft.com/office/officeart/2008/layout/LinedList"/>
    <dgm:cxn modelId="{D97FC7F4-E2A7-47E5-804A-69C310449DC6}" type="presParOf" srcId="{8B2C7EE0-1759-4A37-8F10-0E3A8A47AD20}" destId="{57DBC248-5F0E-4D5F-B2C9-E039969ED47F}" srcOrd="0" destOrd="0" presId="urn:microsoft.com/office/officeart/2008/layout/LinedList"/>
    <dgm:cxn modelId="{ACD9A1BD-BEEF-4346-9A22-5F04417D2293}" type="presParOf" srcId="{8B2C7EE0-1759-4A37-8F10-0E3A8A47AD20}" destId="{5BC69D86-D9A3-489C-808A-502F296EC333}" srcOrd="1" destOrd="0" presId="urn:microsoft.com/office/officeart/2008/layout/LinedList"/>
    <dgm:cxn modelId="{611AAC5A-DD54-4692-8CF8-36829D7D0639}" type="presParOf" srcId="{5BC69D86-D9A3-489C-808A-502F296EC333}" destId="{DA11A88E-D422-44DF-958C-E01158C92074}" srcOrd="0" destOrd="0" presId="urn:microsoft.com/office/officeart/2008/layout/LinedList"/>
    <dgm:cxn modelId="{83296B3F-B1DC-4EDF-BC0F-8A13CD5DF943}" type="presParOf" srcId="{5BC69D86-D9A3-489C-808A-502F296EC333}" destId="{1FCD368A-6244-4C5F-8A55-9DD17AE7D26E}" srcOrd="1" destOrd="0" presId="urn:microsoft.com/office/officeart/2008/layout/LinedList"/>
    <dgm:cxn modelId="{9A891C88-F653-42A1-8B1C-BBC4A1797CCB}" type="presParOf" srcId="{8B2C7EE0-1759-4A37-8F10-0E3A8A47AD20}" destId="{CE42A4CF-B705-4846-8B86-0388854BAF9D}" srcOrd="2" destOrd="0" presId="urn:microsoft.com/office/officeart/2008/layout/LinedList"/>
    <dgm:cxn modelId="{BF44F43B-7733-4C42-B146-B1CCDB0134B8}" type="presParOf" srcId="{8B2C7EE0-1759-4A37-8F10-0E3A8A47AD20}" destId="{8D9DDFE4-4417-4D76-A5D4-5A86CE25B216}" srcOrd="3" destOrd="0" presId="urn:microsoft.com/office/officeart/2008/layout/LinedList"/>
    <dgm:cxn modelId="{4FDB48B2-B0B0-4EEB-A6D0-6BA03AA0691D}" type="presParOf" srcId="{8D9DDFE4-4417-4D76-A5D4-5A86CE25B216}" destId="{755E0F40-A579-4824-81C4-497453916D20}" srcOrd="0" destOrd="0" presId="urn:microsoft.com/office/officeart/2008/layout/LinedList"/>
    <dgm:cxn modelId="{955D4AB3-BCA3-4DFB-9EF2-0AC0E0EEF057}" type="presParOf" srcId="{8D9DDFE4-4417-4D76-A5D4-5A86CE25B216}" destId="{B1214162-F927-41AF-B31E-128E5261E417}" srcOrd="1" destOrd="0" presId="urn:microsoft.com/office/officeart/2008/layout/LinedList"/>
    <dgm:cxn modelId="{431ECE1E-3457-4357-86C3-6650CADEC344}" type="presParOf" srcId="{8B2C7EE0-1759-4A37-8F10-0E3A8A47AD20}" destId="{9F1006FF-0A06-4F9B-A94A-CF9B8494F9B5}" srcOrd="4" destOrd="0" presId="urn:microsoft.com/office/officeart/2008/layout/LinedList"/>
    <dgm:cxn modelId="{DA4A9C94-CF88-416C-B354-058F1C1088A9}" type="presParOf" srcId="{8B2C7EE0-1759-4A37-8F10-0E3A8A47AD20}" destId="{E08AAAD7-07CF-42A9-8FEC-D1131D4980D4}" srcOrd="5" destOrd="0" presId="urn:microsoft.com/office/officeart/2008/layout/LinedList"/>
    <dgm:cxn modelId="{9914D94D-CC6F-40AB-8D88-39E989402BDD}" type="presParOf" srcId="{E08AAAD7-07CF-42A9-8FEC-D1131D4980D4}" destId="{8D9B6619-6E3D-4AFF-A508-571AA957AD40}" srcOrd="0" destOrd="0" presId="urn:microsoft.com/office/officeart/2008/layout/LinedList"/>
    <dgm:cxn modelId="{2A17FB21-3FA4-4362-AC06-7F6C312B3E6E}" type="presParOf" srcId="{E08AAAD7-07CF-42A9-8FEC-D1131D4980D4}" destId="{4708F01D-2D96-40F0-A0F1-DFA49E2F206C}" srcOrd="1" destOrd="0" presId="urn:microsoft.com/office/officeart/2008/layout/LinedList"/>
    <dgm:cxn modelId="{EF897870-4617-48B0-B4C5-AC643C283B07}" type="presParOf" srcId="{8B2C7EE0-1759-4A37-8F10-0E3A8A47AD20}" destId="{1372BAE1-43FF-4353-8065-5A14112D713D}" srcOrd="6" destOrd="0" presId="urn:microsoft.com/office/officeart/2008/layout/LinedList"/>
    <dgm:cxn modelId="{8B914D41-728B-443A-AE3E-C9DE8AF54680}" type="presParOf" srcId="{8B2C7EE0-1759-4A37-8F10-0E3A8A47AD20}" destId="{55DFD473-53AA-4F0A-BF77-5FDA9C677591}" srcOrd="7" destOrd="0" presId="urn:microsoft.com/office/officeart/2008/layout/LinedList"/>
    <dgm:cxn modelId="{1F2E1BCE-52D1-4E93-A6D9-BDFFCD9C2FA4}" type="presParOf" srcId="{55DFD473-53AA-4F0A-BF77-5FDA9C677591}" destId="{A4E500D9-1CAD-4CB0-A21F-D3EB7F4B5646}" srcOrd="0" destOrd="0" presId="urn:microsoft.com/office/officeart/2008/layout/LinedList"/>
    <dgm:cxn modelId="{04F9D625-53D9-470C-AD53-B73351BB5632}" type="presParOf" srcId="{55DFD473-53AA-4F0A-BF77-5FDA9C677591}" destId="{9DE628F8-6DAB-496B-8D09-84657E5F9F5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4780085-E219-4670-8110-8AF38BD532C0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20A34ED-52DB-4DA4-AFD0-168549FDDDD4}">
      <dgm:prSet/>
      <dgm:spPr/>
      <dgm:t>
        <a:bodyPr/>
        <a:lstStyle/>
        <a:p>
          <a:r>
            <a:rPr lang="en-IN"/>
            <a:t>Scenario: Telecom Call Analysis</a:t>
          </a:r>
          <a:endParaRPr lang="en-US"/>
        </a:p>
      </dgm:t>
    </dgm:pt>
    <dgm:pt modelId="{358269D1-C2B3-45D0-85B4-850F29BE4DA4}" type="parTrans" cxnId="{4B9E2B84-2D15-4A3A-BD2C-C77B4DF6907E}">
      <dgm:prSet/>
      <dgm:spPr/>
      <dgm:t>
        <a:bodyPr/>
        <a:lstStyle/>
        <a:p>
          <a:endParaRPr lang="en-US"/>
        </a:p>
      </dgm:t>
    </dgm:pt>
    <dgm:pt modelId="{390D54F1-4B95-43B8-813C-D392B71D0258}" type="sibTrans" cxnId="{4B9E2B84-2D15-4A3A-BD2C-C77B4DF6907E}">
      <dgm:prSet/>
      <dgm:spPr/>
      <dgm:t>
        <a:bodyPr/>
        <a:lstStyle/>
        <a:p>
          <a:endParaRPr lang="en-US"/>
        </a:p>
      </dgm:t>
    </dgm:pt>
    <dgm:pt modelId="{F994E729-DAD0-461B-B7FB-D3A64E7F6440}">
      <dgm:prSet/>
      <dgm:spPr/>
      <dgm:t>
        <a:bodyPr/>
        <a:lstStyle/>
        <a:p>
          <a:r>
            <a:rPr lang="en-IN"/>
            <a:t>Read CDR → Filter dropped calls</a:t>
          </a:r>
          <a:endParaRPr lang="en-US"/>
        </a:p>
      </dgm:t>
    </dgm:pt>
    <dgm:pt modelId="{C2CA8DB1-BB9B-408C-9EF7-46632827970E}" type="parTrans" cxnId="{81B4F20F-A992-414F-81B7-BEB251905571}">
      <dgm:prSet/>
      <dgm:spPr/>
      <dgm:t>
        <a:bodyPr/>
        <a:lstStyle/>
        <a:p>
          <a:endParaRPr lang="en-US"/>
        </a:p>
      </dgm:t>
    </dgm:pt>
    <dgm:pt modelId="{6D4EF64A-6A05-455C-922F-09744D5556F0}" type="sibTrans" cxnId="{81B4F20F-A992-414F-81B7-BEB251905571}">
      <dgm:prSet/>
      <dgm:spPr/>
      <dgm:t>
        <a:bodyPr/>
        <a:lstStyle/>
        <a:p>
          <a:endParaRPr lang="en-US"/>
        </a:p>
      </dgm:t>
    </dgm:pt>
    <dgm:pt modelId="{2C681B96-D1C0-41B7-A57F-3B4BC499AE70}">
      <dgm:prSet/>
      <dgm:spPr/>
      <dgm:t>
        <a:bodyPr/>
        <a:lstStyle/>
        <a:p>
          <a:r>
            <a:rPr lang="en-IN"/>
            <a:t>→ Group by region</a:t>
          </a:r>
          <a:endParaRPr lang="en-US"/>
        </a:p>
      </dgm:t>
    </dgm:pt>
    <dgm:pt modelId="{22EFCAE4-BBAB-49DE-98BB-F41A02C08E0F}" type="parTrans" cxnId="{05148A9F-B4A8-4089-A394-F7D1852F204E}">
      <dgm:prSet/>
      <dgm:spPr/>
      <dgm:t>
        <a:bodyPr/>
        <a:lstStyle/>
        <a:p>
          <a:endParaRPr lang="en-US"/>
        </a:p>
      </dgm:t>
    </dgm:pt>
    <dgm:pt modelId="{B622661C-FCF1-4498-A919-2F3C549DCEDA}" type="sibTrans" cxnId="{05148A9F-B4A8-4089-A394-F7D1852F204E}">
      <dgm:prSet/>
      <dgm:spPr/>
      <dgm:t>
        <a:bodyPr/>
        <a:lstStyle/>
        <a:p>
          <a:endParaRPr lang="en-US"/>
        </a:p>
      </dgm:t>
    </dgm:pt>
    <dgm:pt modelId="{084189E9-D20F-4366-BB4A-3EAFCFF0BBC4}">
      <dgm:prSet/>
      <dgm:spPr/>
      <dgm:t>
        <a:bodyPr/>
        <a:lstStyle/>
        <a:p>
          <a:r>
            <a:rPr lang="en-IN"/>
            <a:t>→ Join SLA reference</a:t>
          </a:r>
          <a:endParaRPr lang="en-US"/>
        </a:p>
      </dgm:t>
    </dgm:pt>
    <dgm:pt modelId="{C11E9660-64A2-42BB-9EB1-2A90F6E45A56}" type="parTrans" cxnId="{96876EC2-6837-48BB-9871-32DDF825E906}">
      <dgm:prSet/>
      <dgm:spPr/>
      <dgm:t>
        <a:bodyPr/>
        <a:lstStyle/>
        <a:p>
          <a:endParaRPr lang="en-US"/>
        </a:p>
      </dgm:t>
    </dgm:pt>
    <dgm:pt modelId="{06465C91-2EE4-4BB9-92BF-533864BF360E}" type="sibTrans" cxnId="{96876EC2-6837-48BB-9871-32DDF825E906}">
      <dgm:prSet/>
      <dgm:spPr/>
      <dgm:t>
        <a:bodyPr/>
        <a:lstStyle/>
        <a:p>
          <a:endParaRPr lang="en-US"/>
        </a:p>
      </dgm:t>
    </dgm:pt>
    <dgm:pt modelId="{57691AE9-F38C-4F30-AF29-20362806DE86}">
      <dgm:prSet/>
      <dgm:spPr/>
      <dgm:t>
        <a:bodyPr/>
        <a:lstStyle/>
        <a:p>
          <a:r>
            <a:rPr lang="en-IN"/>
            <a:t>→ Flag SLA breach</a:t>
          </a:r>
          <a:endParaRPr lang="en-US"/>
        </a:p>
      </dgm:t>
    </dgm:pt>
    <dgm:pt modelId="{A32CAFC9-A8BB-4A6D-B84A-EB9C8B2CA6FE}" type="parTrans" cxnId="{E8BCE772-8BA5-42EE-BF2D-A7747F96581F}">
      <dgm:prSet/>
      <dgm:spPr/>
      <dgm:t>
        <a:bodyPr/>
        <a:lstStyle/>
        <a:p>
          <a:endParaRPr lang="en-US"/>
        </a:p>
      </dgm:t>
    </dgm:pt>
    <dgm:pt modelId="{958555B4-9069-4651-ACAE-CB8379C03DBD}" type="sibTrans" cxnId="{E8BCE772-8BA5-42EE-BF2D-A7747F96581F}">
      <dgm:prSet/>
      <dgm:spPr/>
      <dgm:t>
        <a:bodyPr/>
        <a:lstStyle/>
        <a:p>
          <a:endParaRPr lang="en-US"/>
        </a:p>
      </dgm:t>
    </dgm:pt>
    <dgm:pt modelId="{88FE3186-E54B-4A65-99FB-E0EF343152B7}">
      <dgm:prSet/>
      <dgm:spPr/>
      <dgm:t>
        <a:bodyPr/>
        <a:lstStyle/>
        <a:p>
          <a:r>
            <a:rPr lang="en-IN"/>
            <a:t>→ Write report</a:t>
          </a:r>
          <a:endParaRPr lang="en-US"/>
        </a:p>
      </dgm:t>
    </dgm:pt>
    <dgm:pt modelId="{9A8E0F11-B544-47BC-933A-81FD54199FC6}" type="parTrans" cxnId="{E47BECB8-1A28-4164-AFAB-11D504E64C09}">
      <dgm:prSet/>
      <dgm:spPr/>
      <dgm:t>
        <a:bodyPr/>
        <a:lstStyle/>
        <a:p>
          <a:endParaRPr lang="en-US"/>
        </a:p>
      </dgm:t>
    </dgm:pt>
    <dgm:pt modelId="{8C9EA1AF-60CC-4ACC-A39D-2ABD16CC231C}" type="sibTrans" cxnId="{E47BECB8-1A28-4164-AFAB-11D504E64C09}">
      <dgm:prSet/>
      <dgm:spPr/>
      <dgm:t>
        <a:bodyPr/>
        <a:lstStyle/>
        <a:p>
          <a:endParaRPr lang="en-US"/>
        </a:p>
      </dgm:t>
    </dgm:pt>
    <dgm:pt modelId="{08CD8F16-276B-4B14-9FA2-8B51F7CE2291}" type="pres">
      <dgm:prSet presAssocID="{04780085-E219-4670-8110-8AF38BD532C0}" presName="vert0" presStyleCnt="0">
        <dgm:presLayoutVars>
          <dgm:dir/>
          <dgm:animOne val="branch"/>
          <dgm:animLvl val="lvl"/>
        </dgm:presLayoutVars>
      </dgm:prSet>
      <dgm:spPr/>
    </dgm:pt>
    <dgm:pt modelId="{533CA705-0902-493D-980F-AA15931B94C5}" type="pres">
      <dgm:prSet presAssocID="{720A34ED-52DB-4DA4-AFD0-168549FDDDD4}" presName="thickLine" presStyleLbl="alignNode1" presStyleIdx="0" presStyleCnt="6"/>
      <dgm:spPr/>
    </dgm:pt>
    <dgm:pt modelId="{F00FF40F-30AF-4DA6-B36F-237B18776284}" type="pres">
      <dgm:prSet presAssocID="{720A34ED-52DB-4DA4-AFD0-168549FDDDD4}" presName="horz1" presStyleCnt="0"/>
      <dgm:spPr/>
    </dgm:pt>
    <dgm:pt modelId="{8B921C8B-9B23-4E45-AD59-DEA50324F196}" type="pres">
      <dgm:prSet presAssocID="{720A34ED-52DB-4DA4-AFD0-168549FDDDD4}" presName="tx1" presStyleLbl="revTx" presStyleIdx="0" presStyleCnt="6"/>
      <dgm:spPr/>
    </dgm:pt>
    <dgm:pt modelId="{EC028547-C947-4FE6-AC92-639E0B63F60C}" type="pres">
      <dgm:prSet presAssocID="{720A34ED-52DB-4DA4-AFD0-168549FDDDD4}" presName="vert1" presStyleCnt="0"/>
      <dgm:spPr/>
    </dgm:pt>
    <dgm:pt modelId="{11B8DC30-1FEA-405D-BEC2-118552DDBBD4}" type="pres">
      <dgm:prSet presAssocID="{F994E729-DAD0-461B-B7FB-D3A64E7F6440}" presName="thickLine" presStyleLbl="alignNode1" presStyleIdx="1" presStyleCnt="6"/>
      <dgm:spPr/>
    </dgm:pt>
    <dgm:pt modelId="{CC8B8B06-6439-4339-824A-AA38433FE6B9}" type="pres">
      <dgm:prSet presAssocID="{F994E729-DAD0-461B-B7FB-D3A64E7F6440}" presName="horz1" presStyleCnt="0"/>
      <dgm:spPr/>
    </dgm:pt>
    <dgm:pt modelId="{5BB67B42-EFBB-4152-B72A-C177814E4D12}" type="pres">
      <dgm:prSet presAssocID="{F994E729-DAD0-461B-B7FB-D3A64E7F6440}" presName="tx1" presStyleLbl="revTx" presStyleIdx="1" presStyleCnt="6"/>
      <dgm:spPr/>
    </dgm:pt>
    <dgm:pt modelId="{65E2B006-9C44-4ADC-908F-39BD4808FBF5}" type="pres">
      <dgm:prSet presAssocID="{F994E729-DAD0-461B-B7FB-D3A64E7F6440}" presName="vert1" presStyleCnt="0"/>
      <dgm:spPr/>
    </dgm:pt>
    <dgm:pt modelId="{E93A3C72-B793-4C6B-9EB4-A93E45092662}" type="pres">
      <dgm:prSet presAssocID="{2C681B96-D1C0-41B7-A57F-3B4BC499AE70}" presName="thickLine" presStyleLbl="alignNode1" presStyleIdx="2" presStyleCnt="6"/>
      <dgm:spPr/>
    </dgm:pt>
    <dgm:pt modelId="{B8236C6F-D92C-41E9-9219-1DB0C63E93CC}" type="pres">
      <dgm:prSet presAssocID="{2C681B96-D1C0-41B7-A57F-3B4BC499AE70}" presName="horz1" presStyleCnt="0"/>
      <dgm:spPr/>
    </dgm:pt>
    <dgm:pt modelId="{B82438D2-775C-4150-9311-167799AE3D30}" type="pres">
      <dgm:prSet presAssocID="{2C681B96-D1C0-41B7-A57F-3B4BC499AE70}" presName="tx1" presStyleLbl="revTx" presStyleIdx="2" presStyleCnt="6"/>
      <dgm:spPr/>
    </dgm:pt>
    <dgm:pt modelId="{C96BA432-F921-4606-B71D-7317613C8B3C}" type="pres">
      <dgm:prSet presAssocID="{2C681B96-D1C0-41B7-A57F-3B4BC499AE70}" presName="vert1" presStyleCnt="0"/>
      <dgm:spPr/>
    </dgm:pt>
    <dgm:pt modelId="{53986B5A-FAB1-4E36-A2CC-0AF16A92B75E}" type="pres">
      <dgm:prSet presAssocID="{084189E9-D20F-4366-BB4A-3EAFCFF0BBC4}" presName="thickLine" presStyleLbl="alignNode1" presStyleIdx="3" presStyleCnt="6"/>
      <dgm:spPr/>
    </dgm:pt>
    <dgm:pt modelId="{DC99010F-56B0-4A3F-A813-87DF06B1B3C3}" type="pres">
      <dgm:prSet presAssocID="{084189E9-D20F-4366-BB4A-3EAFCFF0BBC4}" presName="horz1" presStyleCnt="0"/>
      <dgm:spPr/>
    </dgm:pt>
    <dgm:pt modelId="{151A0BFE-0C83-4424-8038-24E1F173A687}" type="pres">
      <dgm:prSet presAssocID="{084189E9-D20F-4366-BB4A-3EAFCFF0BBC4}" presName="tx1" presStyleLbl="revTx" presStyleIdx="3" presStyleCnt="6"/>
      <dgm:spPr/>
    </dgm:pt>
    <dgm:pt modelId="{8E250AB0-94CF-49C6-824F-AB846FF9F708}" type="pres">
      <dgm:prSet presAssocID="{084189E9-D20F-4366-BB4A-3EAFCFF0BBC4}" presName="vert1" presStyleCnt="0"/>
      <dgm:spPr/>
    </dgm:pt>
    <dgm:pt modelId="{42FD89D2-E5FC-4B17-88CE-DFF315C44596}" type="pres">
      <dgm:prSet presAssocID="{57691AE9-F38C-4F30-AF29-20362806DE86}" presName="thickLine" presStyleLbl="alignNode1" presStyleIdx="4" presStyleCnt="6"/>
      <dgm:spPr/>
    </dgm:pt>
    <dgm:pt modelId="{6CE0091D-ABA7-4F1A-854E-7FDA03B8D3F7}" type="pres">
      <dgm:prSet presAssocID="{57691AE9-F38C-4F30-AF29-20362806DE86}" presName="horz1" presStyleCnt="0"/>
      <dgm:spPr/>
    </dgm:pt>
    <dgm:pt modelId="{E24E57B3-69F3-4D14-ACC7-8E47D3F2387C}" type="pres">
      <dgm:prSet presAssocID="{57691AE9-F38C-4F30-AF29-20362806DE86}" presName="tx1" presStyleLbl="revTx" presStyleIdx="4" presStyleCnt="6"/>
      <dgm:spPr/>
    </dgm:pt>
    <dgm:pt modelId="{14F1EEE9-2A59-4D96-968F-AA86E4EFAEC4}" type="pres">
      <dgm:prSet presAssocID="{57691AE9-F38C-4F30-AF29-20362806DE86}" presName="vert1" presStyleCnt="0"/>
      <dgm:spPr/>
    </dgm:pt>
    <dgm:pt modelId="{EE50066D-C96F-4947-8016-7BCFBFD3EA38}" type="pres">
      <dgm:prSet presAssocID="{88FE3186-E54B-4A65-99FB-E0EF343152B7}" presName="thickLine" presStyleLbl="alignNode1" presStyleIdx="5" presStyleCnt="6"/>
      <dgm:spPr/>
    </dgm:pt>
    <dgm:pt modelId="{7F4E53AC-D2D8-448D-A554-9FF69C27C67A}" type="pres">
      <dgm:prSet presAssocID="{88FE3186-E54B-4A65-99FB-E0EF343152B7}" presName="horz1" presStyleCnt="0"/>
      <dgm:spPr/>
    </dgm:pt>
    <dgm:pt modelId="{4CF60991-FE09-41C4-B972-5D6583193175}" type="pres">
      <dgm:prSet presAssocID="{88FE3186-E54B-4A65-99FB-E0EF343152B7}" presName="tx1" presStyleLbl="revTx" presStyleIdx="5" presStyleCnt="6"/>
      <dgm:spPr/>
    </dgm:pt>
    <dgm:pt modelId="{22E289D2-C924-4177-92B7-FFF513046AAA}" type="pres">
      <dgm:prSet presAssocID="{88FE3186-E54B-4A65-99FB-E0EF343152B7}" presName="vert1" presStyleCnt="0"/>
      <dgm:spPr/>
    </dgm:pt>
  </dgm:ptLst>
  <dgm:cxnLst>
    <dgm:cxn modelId="{81B4F20F-A992-414F-81B7-BEB251905571}" srcId="{04780085-E219-4670-8110-8AF38BD532C0}" destId="{F994E729-DAD0-461B-B7FB-D3A64E7F6440}" srcOrd="1" destOrd="0" parTransId="{C2CA8DB1-BB9B-408C-9EF7-46632827970E}" sibTransId="{6D4EF64A-6A05-455C-922F-09744D5556F0}"/>
    <dgm:cxn modelId="{C162CC12-7A8D-4F2A-AFDC-1679B7247E82}" type="presOf" srcId="{2C681B96-D1C0-41B7-A57F-3B4BC499AE70}" destId="{B82438D2-775C-4150-9311-167799AE3D30}" srcOrd="0" destOrd="0" presId="urn:microsoft.com/office/officeart/2008/layout/LinedList"/>
    <dgm:cxn modelId="{4EB95E3B-D491-48FE-8169-AC304C48CA7D}" type="presOf" srcId="{04780085-E219-4670-8110-8AF38BD532C0}" destId="{08CD8F16-276B-4B14-9FA2-8B51F7CE2291}" srcOrd="0" destOrd="0" presId="urn:microsoft.com/office/officeart/2008/layout/LinedList"/>
    <dgm:cxn modelId="{E8BCE772-8BA5-42EE-BF2D-A7747F96581F}" srcId="{04780085-E219-4670-8110-8AF38BD532C0}" destId="{57691AE9-F38C-4F30-AF29-20362806DE86}" srcOrd="4" destOrd="0" parTransId="{A32CAFC9-A8BB-4A6D-B84A-EB9C8B2CA6FE}" sibTransId="{958555B4-9069-4651-ACAE-CB8379C03DBD}"/>
    <dgm:cxn modelId="{9E3FDC77-801C-495F-B458-F5DD496DEAE3}" type="presOf" srcId="{084189E9-D20F-4366-BB4A-3EAFCFF0BBC4}" destId="{151A0BFE-0C83-4424-8038-24E1F173A687}" srcOrd="0" destOrd="0" presId="urn:microsoft.com/office/officeart/2008/layout/LinedList"/>
    <dgm:cxn modelId="{4B9E2B84-2D15-4A3A-BD2C-C77B4DF6907E}" srcId="{04780085-E219-4670-8110-8AF38BD532C0}" destId="{720A34ED-52DB-4DA4-AFD0-168549FDDDD4}" srcOrd="0" destOrd="0" parTransId="{358269D1-C2B3-45D0-85B4-850F29BE4DA4}" sibTransId="{390D54F1-4B95-43B8-813C-D392B71D0258}"/>
    <dgm:cxn modelId="{05148A9F-B4A8-4089-A394-F7D1852F204E}" srcId="{04780085-E219-4670-8110-8AF38BD532C0}" destId="{2C681B96-D1C0-41B7-A57F-3B4BC499AE70}" srcOrd="2" destOrd="0" parTransId="{22EFCAE4-BBAB-49DE-98BB-F41A02C08E0F}" sibTransId="{B622661C-FCF1-4498-A919-2F3C549DCEDA}"/>
    <dgm:cxn modelId="{7AA0CAB4-C1D2-4DF2-B67A-6B2FB0FD243A}" type="presOf" srcId="{F994E729-DAD0-461B-B7FB-D3A64E7F6440}" destId="{5BB67B42-EFBB-4152-B72A-C177814E4D12}" srcOrd="0" destOrd="0" presId="urn:microsoft.com/office/officeart/2008/layout/LinedList"/>
    <dgm:cxn modelId="{E47BECB8-1A28-4164-AFAB-11D504E64C09}" srcId="{04780085-E219-4670-8110-8AF38BD532C0}" destId="{88FE3186-E54B-4A65-99FB-E0EF343152B7}" srcOrd="5" destOrd="0" parTransId="{9A8E0F11-B544-47BC-933A-81FD54199FC6}" sibTransId="{8C9EA1AF-60CC-4ACC-A39D-2ABD16CC231C}"/>
    <dgm:cxn modelId="{59BB93C1-5CA5-4CE8-AD32-14B317736387}" type="presOf" srcId="{720A34ED-52DB-4DA4-AFD0-168549FDDDD4}" destId="{8B921C8B-9B23-4E45-AD59-DEA50324F196}" srcOrd="0" destOrd="0" presId="urn:microsoft.com/office/officeart/2008/layout/LinedList"/>
    <dgm:cxn modelId="{96876EC2-6837-48BB-9871-32DDF825E906}" srcId="{04780085-E219-4670-8110-8AF38BD532C0}" destId="{084189E9-D20F-4366-BB4A-3EAFCFF0BBC4}" srcOrd="3" destOrd="0" parTransId="{C11E9660-64A2-42BB-9EB1-2A90F6E45A56}" sibTransId="{06465C91-2EE4-4BB9-92BF-533864BF360E}"/>
    <dgm:cxn modelId="{C461D5C7-D3D3-4F8E-8A37-0F7A6202DD88}" type="presOf" srcId="{57691AE9-F38C-4F30-AF29-20362806DE86}" destId="{E24E57B3-69F3-4D14-ACC7-8E47D3F2387C}" srcOrd="0" destOrd="0" presId="urn:microsoft.com/office/officeart/2008/layout/LinedList"/>
    <dgm:cxn modelId="{4C8987FA-6069-4F0A-8C4C-5F1AD56A7EF4}" type="presOf" srcId="{88FE3186-E54B-4A65-99FB-E0EF343152B7}" destId="{4CF60991-FE09-41C4-B972-5D6583193175}" srcOrd="0" destOrd="0" presId="urn:microsoft.com/office/officeart/2008/layout/LinedList"/>
    <dgm:cxn modelId="{3C539787-7C2F-4FBA-BF94-0753290C8EAD}" type="presParOf" srcId="{08CD8F16-276B-4B14-9FA2-8B51F7CE2291}" destId="{533CA705-0902-493D-980F-AA15931B94C5}" srcOrd="0" destOrd="0" presId="urn:microsoft.com/office/officeart/2008/layout/LinedList"/>
    <dgm:cxn modelId="{8648EC90-0583-4D82-9407-894BFBF981B0}" type="presParOf" srcId="{08CD8F16-276B-4B14-9FA2-8B51F7CE2291}" destId="{F00FF40F-30AF-4DA6-B36F-237B18776284}" srcOrd="1" destOrd="0" presId="urn:microsoft.com/office/officeart/2008/layout/LinedList"/>
    <dgm:cxn modelId="{57977247-F55F-429E-A3BF-7192A68A7F06}" type="presParOf" srcId="{F00FF40F-30AF-4DA6-B36F-237B18776284}" destId="{8B921C8B-9B23-4E45-AD59-DEA50324F196}" srcOrd="0" destOrd="0" presId="urn:microsoft.com/office/officeart/2008/layout/LinedList"/>
    <dgm:cxn modelId="{AD1B98F3-9543-44EC-B2AC-E7124F877995}" type="presParOf" srcId="{F00FF40F-30AF-4DA6-B36F-237B18776284}" destId="{EC028547-C947-4FE6-AC92-639E0B63F60C}" srcOrd="1" destOrd="0" presId="urn:microsoft.com/office/officeart/2008/layout/LinedList"/>
    <dgm:cxn modelId="{A61DF42E-2C64-4C5E-B445-3B893397E70E}" type="presParOf" srcId="{08CD8F16-276B-4B14-9FA2-8B51F7CE2291}" destId="{11B8DC30-1FEA-405D-BEC2-118552DDBBD4}" srcOrd="2" destOrd="0" presId="urn:microsoft.com/office/officeart/2008/layout/LinedList"/>
    <dgm:cxn modelId="{AA3335E0-E4F2-484C-8E7F-1F59552B961B}" type="presParOf" srcId="{08CD8F16-276B-4B14-9FA2-8B51F7CE2291}" destId="{CC8B8B06-6439-4339-824A-AA38433FE6B9}" srcOrd="3" destOrd="0" presId="urn:microsoft.com/office/officeart/2008/layout/LinedList"/>
    <dgm:cxn modelId="{24696596-0DD6-411C-ADE4-0CA59F1784A1}" type="presParOf" srcId="{CC8B8B06-6439-4339-824A-AA38433FE6B9}" destId="{5BB67B42-EFBB-4152-B72A-C177814E4D12}" srcOrd="0" destOrd="0" presId="urn:microsoft.com/office/officeart/2008/layout/LinedList"/>
    <dgm:cxn modelId="{F4059CC6-85A9-48FB-979D-DAF4F689E9B6}" type="presParOf" srcId="{CC8B8B06-6439-4339-824A-AA38433FE6B9}" destId="{65E2B006-9C44-4ADC-908F-39BD4808FBF5}" srcOrd="1" destOrd="0" presId="urn:microsoft.com/office/officeart/2008/layout/LinedList"/>
    <dgm:cxn modelId="{6A9010EA-8CA7-482E-B344-55E11F4488A5}" type="presParOf" srcId="{08CD8F16-276B-4B14-9FA2-8B51F7CE2291}" destId="{E93A3C72-B793-4C6B-9EB4-A93E45092662}" srcOrd="4" destOrd="0" presId="urn:microsoft.com/office/officeart/2008/layout/LinedList"/>
    <dgm:cxn modelId="{94D36A91-0687-4F39-B497-1FE3A361C146}" type="presParOf" srcId="{08CD8F16-276B-4B14-9FA2-8B51F7CE2291}" destId="{B8236C6F-D92C-41E9-9219-1DB0C63E93CC}" srcOrd="5" destOrd="0" presId="urn:microsoft.com/office/officeart/2008/layout/LinedList"/>
    <dgm:cxn modelId="{685F4103-B527-4B05-8F32-46E4E103B2EC}" type="presParOf" srcId="{B8236C6F-D92C-41E9-9219-1DB0C63E93CC}" destId="{B82438D2-775C-4150-9311-167799AE3D30}" srcOrd="0" destOrd="0" presId="urn:microsoft.com/office/officeart/2008/layout/LinedList"/>
    <dgm:cxn modelId="{5E5C2DED-1DF1-4981-A100-C5F6E6401CEC}" type="presParOf" srcId="{B8236C6F-D92C-41E9-9219-1DB0C63E93CC}" destId="{C96BA432-F921-4606-B71D-7317613C8B3C}" srcOrd="1" destOrd="0" presId="urn:microsoft.com/office/officeart/2008/layout/LinedList"/>
    <dgm:cxn modelId="{417F1A38-1782-400D-964A-58FF0633EE98}" type="presParOf" srcId="{08CD8F16-276B-4B14-9FA2-8B51F7CE2291}" destId="{53986B5A-FAB1-4E36-A2CC-0AF16A92B75E}" srcOrd="6" destOrd="0" presId="urn:microsoft.com/office/officeart/2008/layout/LinedList"/>
    <dgm:cxn modelId="{09D073DF-EEE9-46AE-806C-9CA1C156E6CF}" type="presParOf" srcId="{08CD8F16-276B-4B14-9FA2-8B51F7CE2291}" destId="{DC99010F-56B0-4A3F-A813-87DF06B1B3C3}" srcOrd="7" destOrd="0" presId="urn:microsoft.com/office/officeart/2008/layout/LinedList"/>
    <dgm:cxn modelId="{CDADF754-E7C7-4722-BB22-81212B298F4C}" type="presParOf" srcId="{DC99010F-56B0-4A3F-A813-87DF06B1B3C3}" destId="{151A0BFE-0C83-4424-8038-24E1F173A687}" srcOrd="0" destOrd="0" presId="urn:microsoft.com/office/officeart/2008/layout/LinedList"/>
    <dgm:cxn modelId="{DCA2EA36-5B0E-4C93-8278-72FB28E82D03}" type="presParOf" srcId="{DC99010F-56B0-4A3F-A813-87DF06B1B3C3}" destId="{8E250AB0-94CF-49C6-824F-AB846FF9F708}" srcOrd="1" destOrd="0" presId="urn:microsoft.com/office/officeart/2008/layout/LinedList"/>
    <dgm:cxn modelId="{5E043CE7-A02B-4B13-9882-3043F9140B2E}" type="presParOf" srcId="{08CD8F16-276B-4B14-9FA2-8B51F7CE2291}" destId="{42FD89D2-E5FC-4B17-88CE-DFF315C44596}" srcOrd="8" destOrd="0" presId="urn:microsoft.com/office/officeart/2008/layout/LinedList"/>
    <dgm:cxn modelId="{23359886-00C4-4FD9-A409-0B77C0AB72A9}" type="presParOf" srcId="{08CD8F16-276B-4B14-9FA2-8B51F7CE2291}" destId="{6CE0091D-ABA7-4F1A-854E-7FDA03B8D3F7}" srcOrd="9" destOrd="0" presId="urn:microsoft.com/office/officeart/2008/layout/LinedList"/>
    <dgm:cxn modelId="{AA02F7D4-5100-4DD7-9F4D-8E694C3A93D5}" type="presParOf" srcId="{6CE0091D-ABA7-4F1A-854E-7FDA03B8D3F7}" destId="{E24E57B3-69F3-4D14-ACC7-8E47D3F2387C}" srcOrd="0" destOrd="0" presId="urn:microsoft.com/office/officeart/2008/layout/LinedList"/>
    <dgm:cxn modelId="{EF405244-28B6-4986-B1A6-45C4927EB79F}" type="presParOf" srcId="{6CE0091D-ABA7-4F1A-854E-7FDA03B8D3F7}" destId="{14F1EEE9-2A59-4D96-968F-AA86E4EFAEC4}" srcOrd="1" destOrd="0" presId="urn:microsoft.com/office/officeart/2008/layout/LinedList"/>
    <dgm:cxn modelId="{BCB2FA62-21BD-4219-B898-E7AC35B8F7FC}" type="presParOf" srcId="{08CD8F16-276B-4B14-9FA2-8B51F7CE2291}" destId="{EE50066D-C96F-4947-8016-7BCFBFD3EA38}" srcOrd="10" destOrd="0" presId="urn:microsoft.com/office/officeart/2008/layout/LinedList"/>
    <dgm:cxn modelId="{9ED383D9-3BC1-4F3C-960C-51825BB95F38}" type="presParOf" srcId="{08CD8F16-276B-4B14-9FA2-8B51F7CE2291}" destId="{7F4E53AC-D2D8-448D-A554-9FF69C27C67A}" srcOrd="11" destOrd="0" presId="urn:microsoft.com/office/officeart/2008/layout/LinedList"/>
    <dgm:cxn modelId="{2CFC55EA-17C8-41C6-B39E-9ED6DE2D0EC2}" type="presParOf" srcId="{7F4E53AC-D2D8-448D-A554-9FF69C27C67A}" destId="{4CF60991-FE09-41C4-B972-5D6583193175}" srcOrd="0" destOrd="0" presId="urn:microsoft.com/office/officeart/2008/layout/LinedList"/>
    <dgm:cxn modelId="{F458F663-2318-481E-BDD1-CB708CE6F5D9}" type="presParOf" srcId="{7F4E53AC-D2D8-448D-A554-9FF69C27C67A}" destId="{22E289D2-C924-4177-92B7-FFF513046AA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64AA03D-F974-4EA5-8BE9-EA961A47AEFE}" type="doc">
      <dgm:prSet loTypeId="urn:microsoft.com/office/officeart/2008/layout/LinedLis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5191EC4-3180-40C5-8523-DE51658F191B}">
      <dgm:prSet/>
      <dgm:spPr/>
      <dgm:t>
        <a:bodyPr/>
        <a:lstStyle/>
        <a:p>
          <a:r>
            <a:rPr lang="en-US" b="0" i="0" baseline="0"/>
            <a:t>Why does Spark delay execution?</a:t>
          </a:r>
          <a:endParaRPr lang="en-US"/>
        </a:p>
      </dgm:t>
    </dgm:pt>
    <dgm:pt modelId="{318AF1C2-D896-4BD3-93A4-F18BCDC7A511}" type="parTrans" cxnId="{FCE307DA-3A86-4A91-9553-1CC8EAB329D3}">
      <dgm:prSet/>
      <dgm:spPr/>
      <dgm:t>
        <a:bodyPr/>
        <a:lstStyle/>
        <a:p>
          <a:endParaRPr lang="en-US"/>
        </a:p>
      </dgm:t>
    </dgm:pt>
    <dgm:pt modelId="{0AC3549F-9186-405C-A644-8B45AC0713DB}" type="sibTrans" cxnId="{FCE307DA-3A86-4A91-9553-1CC8EAB329D3}">
      <dgm:prSet/>
      <dgm:spPr/>
      <dgm:t>
        <a:bodyPr/>
        <a:lstStyle/>
        <a:p>
          <a:endParaRPr lang="en-US"/>
        </a:p>
      </dgm:t>
    </dgm:pt>
    <dgm:pt modelId="{142E025B-7815-47E6-9660-0B2C9018F9A6}">
      <dgm:prSet/>
      <dgm:spPr/>
      <dgm:t>
        <a:bodyPr/>
        <a:lstStyle/>
        <a:p>
          <a:r>
            <a:rPr lang="en-US" b="0" i="0" baseline="0"/>
            <a:t>What breaks if there is no action?</a:t>
          </a:r>
          <a:endParaRPr lang="en-US"/>
        </a:p>
      </dgm:t>
    </dgm:pt>
    <dgm:pt modelId="{17C00048-F793-48F0-9FF6-67EE7E63EDA0}" type="parTrans" cxnId="{871D966C-FEC1-4380-8539-8CB6CFDF4252}">
      <dgm:prSet/>
      <dgm:spPr/>
      <dgm:t>
        <a:bodyPr/>
        <a:lstStyle/>
        <a:p>
          <a:endParaRPr lang="en-US"/>
        </a:p>
      </dgm:t>
    </dgm:pt>
    <dgm:pt modelId="{1B45687E-49D4-4B79-A91D-18FCFCBDDAE2}" type="sibTrans" cxnId="{871D966C-FEC1-4380-8539-8CB6CFDF4252}">
      <dgm:prSet/>
      <dgm:spPr/>
      <dgm:t>
        <a:bodyPr/>
        <a:lstStyle/>
        <a:p>
          <a:endParaRPr lang="en-US"/>
        </a:p>
      </dgm:t>
    </dgm:pt>
    <dgm:pt modelId="{9403558E-E8EE-483F-86AF-2AEC8B76092A}">
      <dgm:prSet/>
      <dgm:spPr/>
      <dgm:t>
        <a:bodyPr/>
        <a:lstStyle/>
        <a:p>
          <a:r>
            <a:rPr lang="en-US" b="0" i="0" baseline="0"/>
            <a:t>How does DAG help in fault tolerance?</a:t>
          </a:r>
          <a:endParaRPr lang="en-US"/>
        </a:p>
      </dgm:t>
    </dgm:pt>
    <dgm:pt modelId="{C25B2172-782F-4EB8-9DF6-FAA471EF3160}" type="parTrans" cxnId="{A895F9AD-C9B9-49F6-9759-464F5143E7B4}">
      <dgm:prSet/>
      <dgm:spPr/>
      <dgm:t>
        <a:bodyPr/>
        <a:lstStyle/>
        <a:p>
          <a:endParaRPr lang="en-US"/>
        </a:p>
      </dgm:t>
    </dgm:pt>
    <dgm:pt modelId="{8C9D05A6-908C-4617-BBCC-6641FFB77881}" type="sibTrans" cxnId="{A895F9AD-C9B9-49F6-9759-464F5143E7B4}">
      <dgm:prSet/>
      <dgm:spPr/>
      <dgm:t>
        <a:bodyPr/>
        <a:lstStyle/>
        <a:p>
          <a:endParaRPr lang="en-US"/>
        </a:p>
      </dgm:t>
    </dgm:pt>
    <dgm:pt modelId="{C626D315-71FE-4F4E-A107-CA8FDAA25F9B}">
      <dgm:prSet/>
      <dgm:spPr/>
      <dgm:t>
        <a:bodyPr/>
        <a:lstStyle/>
        <a:p>
          <a:r>
            <a:rPr lang="en-US" b="0" i="0" baseline="0"/>
            <a:t>Can two pipelines share stages?</a:t>
          </a:r>
          <a:endParaRPr lang="en-US"/>
        </a:p>
      </dgm:t>
    </dgm:pt>
    <dgm:pt modelId="{009C3B07-9EF2-4345-99F9-EAFA54B8CAA7}" type="parTrans" cxnId="{8F364EF9-547F-45CC-AA28-6B563E8DB0D5}">
      <dgm:prSet/>
      <dgm:spPr/>
      <dgm:t>
        <a:bodyPr/>
        <a:lstStyle/>
        <a:p>
          <a:endParaRPr lang="en-US"/>
        </a:p>
      </dgm:t>
    </dgm:pt>
    <dgm:pt modelId="{E2F64B4F-569C-408D-B659-3E6A761D737A}" type="sibTrans" cxnId="{8F364EF9-547F-45CC-AA28-6B563E8DB0D5}">
      <dgm:prSet/>
      <dgm:spPr/>
      <dgm:t>
        <a:bodyPr/>
        <a:lstStyle/>
        <a:p>
          <a:endParaRPr lang="en-US"/>
        </a:p>
      </dgm:t>
    </dgm:pt>
    <dgm:pt modelId="{2005169B-21F3-4E5B-B52F-75E37274DB27}">
      <dgm:prSet/>
      <dgm:spPr/>
      <dgm:t>
        <a:bodyPr/>
        <a:lstStyle/>
        <a:p>
          <a:r>
            <a:rPr lang="en-US" b="0" i="0" baseline="0"/>
            <a:t>What happens if data size doubles?</a:t>
          </a:r>
          <a:endParaRPr lang="en-US"/>
        </a:p>
      </dgm:t>
    </dgm:pt>
    <dgm:pt modelId="{A9B117DF-736A-4E94-A5F7-2987B4640653}" type="parTrans" cxnId="{866A9AF8-AFD4-4B1F-85F8-3A13B9002218}">
      <dgm:prSet/>
      <dgm:spPr/>
      <dgm:t>
        <a:bodyPr/>
        <a:lstStyle/>
        <a:p>
          <a:endParaRPr lang="en-US"/>
        </a:p>
      </dgm:t>
    </dgm:pt>
    <dgm:pt modelId="{8673763A-97BC-495B-AB86-E958581E2FB8}" type="sibTrans" cxnId="{866A9AF8-AFD4-4B1F-85F8-3A13B9002218}">
      <dgm:prSet/>
      <dgm:spPr/>
      <dgm:t>
        <a:bodyPr/>
        <a:lstStyle/>
        <a:p>
          <a:endParaRPr lang="en-US"/>
        </a:p>
      </dgm:t>
    </dgm:pt>
    <dgm:pt modelId="{57DDC8DE-94C3-435D-9EDB-84D0CB11D09E}" type="pres">
      <dgm:prSet presAssocID="{864AA03D-F974-4EA5-8BE9-EA961A47AEFE}" presName="vert0" presStyleCnt="0">
        <dgm:presLayoutVars>
          <dgm:dir/>
          <dgm:animOne val="branch"/>
          <dgm:animLvl val="lvl"/>
        </dgm:presLayoutVars>
      </dgm:prSet>
      <dgm:spPr/>
    </dgm:pt>
    <dgm:pt modelId="{E5EB9580-7CE1-49B7-898B-CBD5EE3D8C69}" type="pres">
      <dgm:prSet presAssocID="{D5191EC4-3180-40C5-8523-DE51658F191B}" presName="thickLine" presStyleLbl="alignNode1" presStyleIdx="0" presStyleCnt="5"/>
      <dgm:spPr/>
    </dgm:pt>
    <dgm:pt modelId="{87E63DE3-4128-488F-96FC-19195D83DCF2}" type="pres">
      <dgm:prSet presAssocID="{D5191EC4-3180-40C5-8523-DE51658F191B}" presName="horz1" presStyleCnt="0"/>
      <dgm:spPr/>
    </dgm:pt>
    <dgm:pt modelId="{B4D31E66-032A-4EB2-BF61-FA0D051C98C6}" type="pres">
      <dgm:prSet presAssocID="{D5191EC4-3180-40C5-8523-DE51658F191B}" presName="tx1" presStyleLbl="revTx" presStyleIdx="0" presStyleCnt="5"/>
      <dgm:spPr/>
    </dgm:pt>
    <dgm:pt modelId="{31634A29-BDB9-46B9-9A7C-AEAAB2A36287}" type="pres">
      <dgm:prSet presAssocID="{D5191EC4-3180-40C5-8523-DE51658F191B}" presName="vert1" presStyleCnt="0"/>
      <dgm:spPr/>
    </dgm:pt>
    <dgm:pt modelId="{6FAA952A-F397-434E-AD4A-3F0A8E45F368}" type="pres">
      <dgm:prSet presAssocID="{142E025B-7815-47E6-9660-0B2C9018F9A6}" presName="thickLine" presStyleLbl="alignNode1" presStyleIdx="1" presStyleCnt="5"/>
      <dgm:spPr/>
    </dgm:pt>
    <dgm:pt modelId="{438EF8E8-1359-46F1-8AB0-6192FC26AB0B}" type="pres">
      <dgm:prSet presAssocID="{142E025B-7815-47E6-9660-0B2C9018F9A6}" presName="horz1" presStyleCnt="0"/>
      <dgm:spPr/>
    </dgm:pt>
    <dgm:pt modelId="{996746A5-E454-42B7-9DB7-AB11EEC3F801}" type="pres">
      <dgm:prSet presAssocID="{142E025B-7815-47E6-9660-0B2C9018F9A6}" presName="tx1" presStyleLbl="revTx" presStyleIdx="1" presStyleCnt="5"/>
      <dgm:spPr/>
    </dgm:pt>
    <dgm:pt modelId="{70659AC6-02C5-49B8-A3BA-A159CB11FB17}" type="pres">
      <dgm:prSet presAssocID="{142E025B-7815-47E6-9660-0B2C9018F9A6}" presName="vert1" presStyleCnt="0"/>
      <dgm:spPr/>
    </dgm:pt>
    <dgm:pt modelId="{DA37C59B-5B48-4A28-990E-B20A61304F1F}" type="pres">
      <dgm:prSet presAssocID="{9403558E-E8EE-483F-86AF-2AEC8B76092A}" presName="thickLine" presStyleLbl="alignNode1" presStyleIdx="2" presStyleCnt="5"/>
      <dgm:spPr/>
    </dgm:pt>
    <dgm:pt modelId="{72511ADD-9270-4243-BBBD-06942F6A66B9}" type="pres">
      <dgm:prSet presAssocID="{9403558E-E8EE-483F-86AF-2AEC8B76092A}" presName="horz1" presStyleCnt="0"/>
      <dgm:spPr/>
    </dgm:pt>
    <dgm:pt modelId="{9EB590AE-1C93-40ED-A765-213202FDAD5D}" type="pres">
      <dgm:prSet presAssocID="{9403558E-E8EE-483F-86AF-2AEC8B76092A}" presName="tx1" presStyleLbl="revTx" presStyleIdx="2" presStyleCnt="5"/>
      <dgm:spPr/>
    </dgm:pt>
    <dgm:pt modelId="{09A0E6F7-458C-483F-8858-57CCCDFE22A4}" type="pres">
      <dgm:prSet presAssocID="{9403558E-E8EE-483F-86AF-2AEC8B76092A}" presName="vert1" presStyleCnt="0"/>
      <dgm:spPr/>
    </dgm:pt>
    <dgm:pt modelId="{B365751A-8256-47ED-A4CB-F0AE7997AF03}" type="pres">
      <dgm:prSet presAssocID="{C626D315-71FE-4F4E-A107-CA8FDAA25F9B}" presName="thickLine" presStyleLbl="alignNode1" presStyleIdx="3" presStyleCnt="5"/>
      <dgm:spPr/>
    </dgm:pt>
    <dgm:pt modelId="{03664C39-9598-4666-8D73-AD5CC824080D}" type="pres">
      <dgm:prSet presAssocID="{C626D315-71FE-4F4E-A107-CA8FDAA25F9B}" presName="horz1" presStyleCnt="0"/>
      <dgm:spPr/>
    </dgm:pt>
    <dgm:pt modelId="{3C94E4E1-6603-4DC2-AE6B-BCE77DD5A21A}" type="pres">
      <dgm:prSet presAssocID="{C626D315-71FE-4F4E-A107-CA8FDAA25F9B}" presName="tx1" presStyleLbl="revTx" presStyleIdx="3" presStyleCnt="5"/>
      <dgm:spPr/>
    </dgm:pt>
    <dgm:pt modelId="{CF3BEF62-6D7E-425B-8465-3EEC46E4E478}" type="pres">
      <dgm:prSet presAssocID="{C626D315-71FE-4F4E-A107-CA8FDAA25F9B}" presName="vert1" presStyleCnt="0"/>
      <dgm:spPr/>
    </dgm:pt>
    <dgm:pt modelId="{E3B1523A-722E-44B6-977A-C36D0859D4FD}" type="pres">
      <dgm:prSet presAssocID="{2005169B-21F3-4E5B-B52F-75E37274DB27}" presName="thickLine" presStyleLbl="alignNode1" presStyleIdx="4" presStyleCnt="5"/>
      <dgm:spPr/>
    </dgm:pt>
    <dgm:pt modelId="{40CCAC6F-5B54-4818-AB79-EF62F953CFBC}" type="pres">
      <dgm:prSet presAssocID="{2005169B-21F3-4E5B-B52F-75E37274DB27}" presName="horz1" presStyleCnt="0"/>
      <dgm:spPr/>
    </dgm:pt>
    <dgm:pt modelId="{935FC0DE-7BC5-4BA3-8AFB-D07E1393FAA8}" type="pres">
      <dgm:prSet presAssocID="{2005169B-21F3-4E5B-B52F-75E37274DB27}" presName="tx1" presStyleLbl="revTx" presStyleIdx="4" presStyleCnt="5"/>
      <dgm:spPr/>
    </dgm:pt>
    <dgm:pt modelId="{03072D49-0286-451C-991E-E79EBAB60A7F}" type="pres">
      <dgm:prSet presAssocID="{2005169B-21F3-4E5B-B52F-75E37274DB27}" presName="vert1" presStyleCnt="0"/>
      <dgm:spPr/>
    </dgm:pt>
  </dgm:ptLst>
  <dgm:cxnLst>
    <dgm:cxn modelId="{E42A3031-1E22-48B0-8D88-E0E034E573C8}" type="presOf" srcId="{142E025B-7815-47E6-9660-0B2C9018F9A6}" destId="{996746A5-E454-42B7-9DB7-AB11EEC3F801}" srcOrd="0" destOrd="0" presId="urn:microsoft.com/office/officeart/2008/layout/LinedList"/>
    <dgm:cxn modelId="{871D966C-FEC1-4380-8539-8CB6CFDF4252}" srcId="{864AA03D-F974-4EA5-8BE9-EA961A47AEFE}" destId="{142E025B-7815-47E6-9660-0B2C9018F9A6}" srcOrd="1" destOrd="0" parTransId="{17C00048-F793-48F0-9FF6-67EE7E63EDA0}" sibTransId="{1B45687E-49D4-4B79-A91D-18FCFCBDDAE2}"/>
    <dgm:cxn modelId="{C4DD454E-745D-4788-8727-DCEED329E6ED}" type="presOf" srcId="{D5191EC4-3180-40C5-8523-DE51658F191B}" destId="{B4D31E66-032A-4EB2-BF61-FA0D051C98C6}" srcOrd="0" destOrd="0" presId="urn:microsoft.com/office/officeart/2008/layout/LinedList"/>
    <dgm:cxn modelId="{A895F9AD-C9B9-49F6-9759-464F5143E7B4}" srcId="{864AA03D-F974-4EA5-8BE9-EA961A47AEFE}" destId="{9403558E-E8EE-483F-86AF-2AEC8B76092A}" srcOrd="2" destOrd="0" parTransId="{C25B2172-782F-4EB8-9DF6-FAA471EF3160}" sibTransId="{8C9D05A6-908C-4617-BBCC-6641FFB77881}"/>
    <dgm:cxn modelId="{C79C65B5-E227-476A-9D69-220841FEA1AB}" type="presOf" srcId="{9403558E-E8EE-483F-86AF-2AEC8B76092A}" destId="{9EB590AE-1C93-40ED-A765-213202FDAD5D}" srcOrd="0" destOrd="0" presId="urn:microsoft.com/office/officeart/2008/layout/LinedList"/>
    <dgm:cxn modelId="{FCE307DA-3A86-4A91-9553-1CC8EAB329D3}" srcId="{864AA03D-F974-4EA5-8BE9-EA961A47AEFE}" destId="{D5191EC4-3180-40C5-8523-DE51658F191B}" srcOrd="0" destOrd="0" parTransId="{318AF1C2-D896-4BD3-93A4-F18BCDC7A511}" sibTransId="{0AC3549F-9186-405C-A644-8B45AC0713DB}"/>
    <dgm:cxn modelId="{0E6A33EC-A229-4537-9CDE-68A31C0BE309}" type="presOf" srcId="{C626D315-71FE-4F4E-A107-CA8FDAA25F9B}" destId="{3C94E4E1-6603-4DC2-AE6B-BCE77DD5A21A}" srcOrd="0" destOrd="0" presId="urn:microsoft.com/office/officeart/2008/layout/LinedList"/>
    <dgm:cxn modelId="{04480CF4-3CCB-4CD4-AC04-CB3D9C6CEFCC}" type="presOf" srcId="{2005169B-21F3-4E5B-B52F-75E37274DB27}" destId="{935FC0DE-7BC5-4BA3-8AFB-D07E1393FAA8}" srcOrd="0" destOrd="0" presId="urn:microsoft.com/office/officeart/2008/layout/LinedList"/>
    <dgm:cxn modelId="{866A9AF8-AFD4-4B1F-85F8-3A13B9002218}" srcId="{864AA03D-F974-4EA5-8BE9-EA961A47AEFE}" destId="{2005169B-21F3-4E5B-B52F-75E37274DB27}" srcOrd="4" destOrd="0" parTransId="{A9B117DF-736A-4E94-A5F7-2987B4640653}" sibTransId="{8673763A-97BC-495B-AB86-E958581E2FB8}"/>
    <dgm:cxn modelId="{8F364EF9-547F-45CC-AA28-6B563E8DB0D5}" srcId="{864AA03D-F974-4EA5-8BE9-EA961A47AEFE}" destId="{C626D315-71FE-4F4E-A107-CA8FDAA25F9B}" srcOrd="3" destOrd="0" parTransId="{009C3B07-9EF2-4345-99F9-EAFA54B8CAA7}" sibTransId="{E2F64B4F-569C-408D-B659-3E6A761D737A}"/>
    <dgm:cxn modelId="{5BE48EFA-1C7C-4BF2-86A3-B2C03811979B}" type="presOf" srcId="{864AA03D-F974-4EA5-8BE9-EA961A47AEFE}" destId="{57DDC8DE-94C3-435D-9EDB-84D0CB11D09E}" srcOrd="0" destOrd="0" presId="urn:microsoft.com/office/officeart/2008/layout/LinedList"/>
    <dgm:cxn modelId="{F1F78B72-A756-4F0F-A468-805FBE854D45}" type="presParOf" srcId="{57DDC8DE-94C3-435D-9EDB-84D0CB11D09E}" destId="{E5EB9580-7CE1-49B7-898B-CBD5EE3D8C69}" srcOrd="0" destOrd="0" presId="urn:microsoft.com/office/officeart/2008/layout/LinedList"/>
    <dgm:cxn modelId="{F05FC8A2-1C8A-47A5-9F6B-8AD1D94CE929}" type="presParOf" srcId="{57DDC8DE-94C3-435D-9EDB-84D0CB11D09E}" destId="{87E63DE3-4128-488F-96FC-19195D83DCF2}" srcOrd="1" destOrd="0" presId="urn:microsoft.com/office/officeart/2008/layout/LinedList"/>
    <dgm:cxn modelId="{DF81D082-76F9-4323-B9AD-6070E990D842}" type="presParOf" srcId="{87E63DE3-4128-488F-96FC-19195D83DCF2}" destId="{B4D31E66-032A-4EB2-BF61-FA0D051C98C6}" srcOrd="0" destOrd="0" presId="urn:microsoft.com/office/officeart/2008/layout/LinedList"/>
    <dgm:cxn modelId="{46005147-B707-4923-8771-89DB6530689B}" type="presParOf" srcId="{87E63DE3-4128-488F-96FC-19195D83DCF2}" destId="{31634A29-BDB9-46B9-9A7C-AEAAB2A36287}" srcOrd="1" destOrd="0" presId="urn:microsoft.com/office/officeart/2008/layout/LinedList"/>
    <dgm:cxn modelId="{2E55B692-1BD9-46D7-8773-9A9E19F14813}" type="presParOf" srcId="{57DDC8DE-94C3-435D-9EDB-84D0CB11D09E}" destId="{6FAA952A-F397-434E-AD4A-3F0A8E45F368}" srcOrd="2" destOrd="0" presId="urn:microsoft.com/office/officeart/2008/layout/LinedList"/>
    <dgm:cxn modelId="{A23906A9-D0FE-4A8C-AA96-A7A04D6CB8A0}" type="presParOf" srcId="{57DDC8DE-94C3-435D-9EDB-84D0CB11D09E}" destId="{438EF8E8-1359-46F1-8AB0-6192FC26AB0B}" srcOrd="3" destOrd="0" presId="urn:microsoft.com/office/officeart/2008/layout/LinedList"/>
    <dgm:cxn modelId="{89217E00-A75C-43D8-A3D5-CB66EFFFBD69}" type="presParOf" srcId="{438EF8E8-1359-46F1-8AB0-6192FC26AB0B}" destId="{996746A5-E454-42B7-9DB7-AB11EEC3F801}" srcOrd="0" destOrd="0" presId="urn:microsoft.com/office/officeart/2008/layout/LinedList"/>
    <dgm:cxn modelId="{43D1787E-EFA0-4F47-B2A4-43D92846BB8D}" type="presParOf" srcId="{438EF8E8-1359-46F1-8AB0-6192FC26AB0B}" destId="{70659AC6-02C5-49B8-A3BA-A159CB11FB17}" srcOrd="1" destOrd="0" presId="urn:microsoft.com/office/officeart/2008/layout/LinedList"/>
    <dgm:cxn modelId="{EC32B4D2-4548-4FB5-BF96-CB73138FFCB0}" type="presParOf" srcId="{57DDC8DE-94C3-435D-9EDB-84D0CB11D09E}" destId="{DA37C59B-5B48-4A28-990E-B20A61304F1F}" srcOrd="4" destOrd="0" presId="urn:microsoft.com/office/officeart/2008/layout/LinedList"/>
    <dgm:cxn modelId="{F91636C0-6CFA-4A7B-AEB6-8F0C0986D7F0}" type="presParOf" srcId="{57DDC8DE-94C3-435D-9EDB-84D0CB11D09E}" destId="{72511ADD-9270-4243-BBBD-06942F6A66B9}" srcOrd="5" destOrd="0" presId="urn:microsoft.com/office/officeart/2008/layout/LinedList"/>
    <dgm:cxn modelId="{69A1230E-63DE-4BDF-838A-6D5D8C6511C3}" type="presParOf" srcId="{72511ADD-9270-4243-BBBD-06942F6A66B9}" destId="{9EB590AE-1C93-40ED-A765-213202FDAD5D}" srcOrd="0" destOrd="0" presId="urn:microsoft.com/office/officeart/2008/layout/LinedList"/>
    <dgm:cxn modelId="{80DB319B-D974-4CC1-825F-C96DAFD70BC9}" type="presParOf" srcId="{72511ADD-9270-4243-BBBD-06942F6A66B9}" destId="{09A0E6F7-458C-483F-8858-57CCCDFE22A4}" srcOrd="1" destOrd="0" presId="urn:microsoft.com/office/officeart/2008/layout/LinedList"/>
    <dgm:cxn modelId="{772CCE19-E4C7-4B90-9412-3588B6CB4422}" type="presParOf" srcId="{57DDC8DE-94C3-435D-9EDB-84D0CB11D09E}" destId="{B365751A-8256-47ED-A4CB-F0AE7997AF03}" srcOrd="6" destOrd="0" presId="urn:microsoft.com/office/officeart/2008/layout/LinedList"/>
    <dgm:cxn modelId="{E92D4D01-54F3-480F-9509-B4CACA305318}" type="presParOf" srcId="{57DDC8DE-94C3-435D-9EDB-84D0CB11D09E}" destId="{03664C39-9598-4666-8D73-AD5CC824080D}" srcOrd="7" destOrd="0" presId="urn:microsoft.com/office/officeart/2008/layout/LinedList"/>
    <dgm:cxn modelId="{ACBE8E58-03BA-4F51-A4BF-A47680CE9D2E}" type="presParOf" srcId="{03664C39-9598-4666-8D73-AD5CC824080D}" destId="{3C94E4E1-6603-4DC2-AE6B-BCE77DD5A21A}" srcOrd="0" destOrd="0" presId="urn:microsoft.com/office/officeart/2008/layout/LinedList"/>
    <dgm:cxn modelId="{A52BA021-EDD5-4730-9C3B-F2387DD7C0E5}" type="presParOf" srcId="{03664C39-9598-4666-8D73-AD5CC824080D}" destId="{CF3BEF62-6D7E-425B-8465-3EEC46E4E478}" srcOrd="1" destOrd="0" presId="urn:microsoft.com/office/officeart/2008/layout/LinedList"/>
    <dgm:cxn modelId="{EBAC929F-E3F3-4D73-BFC7-E3645F618C6A}" type="presParOf" srcId="{57DDC8DE-94C3-435D-9EDB-84D0CB11D09E}" destId="{E3B1523A-722E-44B6-977A-C36D0859D4FD}" srcOrd="8" destOrd="0" presId="urn:microsoft.com/office/officeart/2008/layout/LinedList"/>
    <dgm:cxn modelId="{CF4CDA00-00C5-469B-9108-5D56039678B2}" type="presParOf" srcId="{57DDC8DE-94C3-435D-9EDB-84D0CB11D09E}" destId="{40CCAC6F-5B54-4818-AB79-EF62F953CFBC}" srcOrd="9" destOrd="0" presId="urn:microsoft.com/office/officeart/2008/layout/LinedList"/>
    <dgm:cxn modelId="{50B42B01-92A3-465A-B15E-1902257DA4FB}" type="presParOf" srcId="{40CCAC6F-5B54-4818-AB79-EF62F953CFBC}" destId="{935FC0DE-7BC5-4BA3-8AFB-D07E1393FAA8}" srcOrd="0" destOrd="0" presId="urn:microsoft.com/office/officeart/2008/layout/LinedList"/>
    <dgm:cxn modelId="{69AD5FA7-305C-47B4-BB7E-DC11DADC16EB}" type="presParOf" srcId="{40CCAC6F-5B54-4818-AB79-EF62F953CFBC}" destId="{03072D49-0286-451C-991E-E79EBAB60A7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2F134-0971-419F-80C5-51F1A2BA2327}">
      <dsp:nvSpPr>
        <dsp:cNvPr id="0" name=""/>
        <dsp:cNvSpPr/>
      </dsp:nvSpPr>
      <dsp:spPr>
        <a:xfrm>
          <a:off x="813" y="277497"/>
          <a:ext cx="6665205" cy="203288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 Spark pipeline is a sequence of data processing steps where raw data flows through transformations and finally produces a result when an action is triggered.</a:t>
          </a:r>
        </a:p>
      </dsp:txBody>
      <dsp:txXfrm>
        <a:off x="813" y="277497"/>
        <a:ext cx="6665205" cy="2032887"/>
      </dsp:txXfrm>
    </dsp:sp>
    <dsp:sp modelId="{0CAECC7D-70A4-4FBD-A9EC-D5EB805EFE8F}">
      <dsp:nvSpPr>
        <dsp:cNvPr id="0" name=""/>
        <dsp:cNvSpPr/>
      </dsp:nvSpPr>
      <dsp:spPr>
        <a:xfrm>
          <a:off x="813" y="3143535"/>
          <a:ext cx="6665205" cy="203288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 comes in → we clean/transform it → we ask Spark to produce output</a:t>
          </a:r>
        </a:p>
      </dsp:txBody>
      <dsp:txXfrm>
        <a:off x="813" y="3143535"/>
        <a:ext cx="6665205" cy="20328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B24E7-1847-4F59-9D23-4CFEB80DECA6}">
      <dsp:nvSpPr>
        <dsp:cNvPr id="0" name=""/>
        <dsp:cNvSpPr/>
      </dsp:nvSpPr>
      <dsp:spPr>
        <a:xfrm>
          <a:off x="0" y="33439"/>
          <a:ext cx="6666833" cy="12776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Built using </a:t>
          </a:r>
          <a:r>
            <a:rPr lang="en-US" sz="3200" b="1" i="0" kern="1200" baseline="0"/>
            <a:t>RDDs / DataFrames</a:t>
          </a:r>
          <a:endParaRPr lang="en-US" sz="3200" kern="1200"/>
        </a:p>
      </dsp:txBody>
      <dsp:txXfrm>
        <a:off x="62369" y="95808"/>
        <a:ext cx="6542095" cy="1152902"/>
      </dsp:txXfrm>
    </dsp:sp>
    <dsp:sp modelId="{30250E96-7388-46D2-89D0-B6AFC4D9E8FF}">
      <dsp:nvSpPr>
        <dsp:cNvPr id="0" name=""/>
        <dsp:cNvSpPr/>
      </dsp:nvSpPr>
      <dsp:spPr>
        <a:xfrm>
          <a:off x="0" y="1403239"/>
          <a:ext cx="6666833" cy="127764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Steps are </a:t>
          </a:r>
          <a:r>
            <a:rPr lang="en-US" sz="3200" b="1" i="0" kern="1200" baseline="0"/>
            <a:t>lazy</a:t>
          </a:r>
          <a:endParaRPr lang="en-US" sz="3200" kern="1200"/>
        </a:p>
      </dsp:txBody>
      <dsp:txXfrm>
        <a:off x="62369" y="1465608"/>
        <a:ext cx="6542095" cy="1152902"/>
      </dsp:txXfrm>
    </dsp:sp>
    <dsp:sp modelId="{57794795-6D43-47A4-87AF-45992346C019}">
      <dsp:nvSpPr>
        <dsp:cNvPr id="0" name=""/>
        <dsp:cNvSpPr/>
      </dsp:nvSpPr>
      <dsp:spPr>
        <a:xfrm>
          <a:off x="0" y="2773040"/>
          <a:ext cx="6666833" cy="127764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Execution happens only when an </a:t>
          </a:r>
          <a:r>
            <a:rPr lang="en-US" sz="3200" b="1" i="0" kern="1200" baseline="0"/>
            <a:t>action</a:t>
          </a:r>
          <a:r>
            <a:rPr lang="en-US" sz="3200" b="0" i="0" kern="1200" baseline="0"/>
            <a:t> is called</a:t>
          </a:r>
          <a:endParaRPr lang="en-US" sz="3200" kern="1200"/>
        </a:p>
      </dsp:txBody>
      <dsp:txXfrm>
        <a:off x="62369" y="2835409"/>
        <a:ext cx="6542095" cy="1152902"/>
      </dsp:txXfrm>
    </dsp:sp>
    <dsp:sp modelId="{9BA57122-56DD-4998-8FAE-C19CCA373133}">
      <dsp:nvSpPr>
        <dsp:cNvPr id="0" name=""/>
        <dsp:cNvSpPr/>
      </dsp:nvSpPr>
      <dsp:spPr>
        <a:xfrm>
          <a:off x="0" y="4142840"/>
          <a:ext cx="6666833" cy="12776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Internally represented as a </a:t>
          </a:r>
          <a:r>
            <a:rPr lang="en-US" sz="3200" b="1" i="0" kern="1200" baseline="0"/>
            <a:t>DAG</a:t>
          </a:r>
          <a:endParaRPr lang="en-US" sz="3200" kern="1200"/>
        </a:p>
      </dsp:txBody>
      <dsp:txXfrm>
        <a:off x="62369" y="4205209"/>
        <a:ext cx="6542095" cy="11529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F6F97-5332-4CCB-929D-0B72F4C3DCDD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73043A-7462-42BC-863F-0A12FC17EB3C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/>
            <a:t>Without pipeline (problem):</a:t>
          </a:r>
          <a:endParaRPr lang="en-US" sz="4000" kern="1200"/>
        </a:p>
      </dsp:txBody>
      <dsp:txXfrm>
        <a:off x="0" y="2663"/>
        <a:ext cx="6666833" cy="908098"/>
      </dsp:txXfrm>
    </dsp:sp>
    <dsp:sp modelId="{72292378-2B91-45C5-AB98-EEF053EC1B92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D4126D-FC0E-462B-93B4-F723B08B45AF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Huge raw data</a:t>
          </a:r>
        </a:p>
      </dsp:txBody>
      <dsp:txXfrm>
        <a:off x="0" y="910762"/>
        <a:ext cx="6666833" cy="908098"/>
      </dsp:txXfrm>
    </dsp:sp>
    <dsp:sp modelId="{FEC4E115-B003-4DBC-9D56-6C160F2083DF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13A4FC3-A8EC-461D-AC32-4E34ED01DDFC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Manual steps</a:t>
          </a:r>
        </a:p>
      </dsp:txBody>
      <dsp:txXfrm>
        <a:off x="0" y="1818861"/>
        <a:ext cx="6666833" cy="908098"/>
      </dsp:txXfrm>
    </dsp:sp>
    <dsp:sp modelId="{0F5D60FC-7FCD-467A-9CD9-D23FED1EE761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ED2D6C-F918-4391-B440-D621E8F016BB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Slow processing</a:t>
          </a:r>
        </a:p>
      </dsp:txBody>
      <dsp:txXfrm>
        <a:off x="0" y="2726960"/>
        <a:ext cx="6666833" cy="908098"/>
      </dsp:txXfrm>
    </dsp:sp>
    <dsp:sp modelId="{B95AF5B0-3863-422B-BCEA-8B18B0000347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7318E5-BDCE-4C1B-8FF2-596B989B273D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Hard to debug</a:t>
          </a:r>
        </a:p>
      </dsp:txBody>
      <dsp:txXfrm>
        <a:off x="0" y="3635058"/>
        <a:ext cx="6666833" cy="908098"/>
      </dsp:txXfrm>
    </dsp:sp>
    <dsp:sp modelId="{6AB22652-2A36-4AE3-AC66-3A9DEDA5BF9B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9ABF8C-2DF8-4DC7-B879-5786CE131DCF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Not scalable</a:t>
          </a:r>
        </a:p>
      </dsp:txBody>
      <dsp:txXfrm>
        <a:off x="0" y="4543157"/>
        <a:ext cx="6666833" cy="9080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7A25D-1185-4B99-BBCC-EFC15BE4ACD4}">
      <dsp:nvSpPr>
        <dsp:cNvPr id="0" name=""/>
        <dsp:cNvSpPr/>
      </dsp:nvSpPr>
      <dsp:spPr>
        <a:xfrm>
          <a:off x="228107" y="2079"/>
          <a:ext cx="4188645" cy="41886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With pipeline (benefits):</a:t>
          </a:r>
          <a:endParaRPr lang="en-US" sz="2700" kern="1200"/>
        </a:p>
      </dsp:txBody>
      <dsp:txXfrm>
        <a:off x="841520" y="615492"/>
        <a:ext cx="2961819" cy="2961819"/>
      </dsp:txXfrm>
    </dsp:sp>
    <dsp:sp modelId="{D57F7730-0284-4CE2-A636-CB920359A0C5}">
      <dsp:nvSpPr>
        <dsp:cNvPr id="0" name=""/>
        <dsp:cNvSpPr/>
      </dsp:nvSpPr>
      <dsp:spPr>
        <a:xfrm rot="5400000">
          <a:off x="4762316" y="1541406"/>
          <a:ext cx="1466025" cy="110999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F70CE-F045-4BB2-8D89-2F12B7E68520}">
      <dsp:nvSpPr>
        <dsp:cNvPr id="0" name=""/>
        <dsp:cNvSpPr/>
      </dsp:nvSpPr>
      <dsp:spPr>
        <a:xfrm>
          <a:off x="6511075" y="2079"/>
          <a:ext cx="4188645" cy="41886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✔ Structured flow</a:t>
          </a:r>
          <a:br>
            <a:rPr lang="en-US" sz="2700" kern="1200"/>
          </a:br>
          <a:r>
            <a:rPr lang="en-US" sz="2700" kern="1200"/>
            <a:t>✔ Reusable logic</a:t>
          </a:r>
          <a:br>
            <a:rPr lang="en-US" sz="2700" kern="1200"/>
          </a:br>
          <a:r>
            <a:rPr lang="en-US" sz="2700" kern="1200"/>
            <a:t>✔ Optimized execution</a:t>
          </a:r>
          <a:br>
            <a:rPr lang="en-US" sz="2700" kern="1200"/>
          </a:br>
          <a:r>
            <a:rPr lang="en-US" sz="2700" kern="1200"/>
            <a:t>✔ Fault tolerance</a:t>
          </a:r>
          <a:br>
            <a:rPr lang="en-US" sz="2700" kern="1200"/>
          </a:br>
          <a:r>
            <a:rPr lang="en-US" sz="2700" kern="1200"/>
            <a:t>✔ Scales to TBs of data</a:t>
          </a:r>
        </a:p>
      </dsp:txBody>
      <dsp:txXfrm>
        <a:off x="7124488" y="615492"/>
        <a:ext cx="2961819" cy="29618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ABC5E8-57A1-46D7-A3C0-A2B690964678}">
      <dsp:nvSpPr>
        <dsp:cNvPr id="0" name=""/>
        <dsp:cNvSpPr/>
      </dsp:nvSpPr>
      <dsp:spPr>
        <a:xfrm>
          <a:off x="0" y="1398"/>
          <a:ext cx="5157787" cy="5959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B63ED-6053-4D7C-AAE3-6A244BF91356}">
      <dsp:nvSpPr>
        <dsp:cNvPr id="0" name=""/>
        <dsp:cNvSpPr/>
      </dsp:nvSpPr>
      <dsp:spPr>
        <a:xfrm>
          <a:off x="180268" y="135482"/>
          <a:ext cx="327761" cy="3277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5E313-220D-4319-A56B-44CA1D51B35E}">
      <dsp:nvSpPr>
        <dsp:cNvPr id="0" name=""/>
        <dsp:cNvSpPr/>
      </dsp:nvSpPr>
      <dsp:spPr>
        <a:xfrm>
          <a:off x="688298" y="1398"/>
          <a:ext cx="4469488" cy="595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69" tIns="63069" rIns="63069" bIns="630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Use Spark pipelines when:</a:t>
          </a:r>
          <a:endParaRPr lang="en-US" sz="1900" kern="1200"/>
        </a:p>
      </dsp:txBody>
      <dsp:txXfrm>
        <a:off x="688298" y="1398"/>
        <a:ext cx="4469488" cy="595929"/>
      </dsp:txXfrm>
    </dsp:sp>
    <dsp:sp modelId="{56108218-5FAD-463E-BF61-E5B4203D4637}">
      <dsp:nvSpPr>
        <dsp:cNvPr id="0" name=""/>
        <dsp:cNvSpPr/>
      </dsp:nvSpPr>
      <dsp:spPr>
        <a:xfrm>
          <a:off x="0" y="746310"/>
          <a:ext cx="5157787" cy="5959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350DD8-3CB1-451B-B85E-1394DE1C0EEE}">
      <dsp:nvSpPr>
        <dsp:cNvPr id="0" name=""/>
        <dsp:cNvSpPr/>
      </dsp:nvSpPr>
      <dsp:spPr>
        <a:xfrm>
          <a:off x="180268" y="880394"/>
          <a:ext cx="327761" cy="3277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1B87FA-775A-4634-83BD-683A67800CCA}">
      <dsp:nvSpPr>
        <dsp:cNvPr id="0" name=""/>
        <dsp:cNvSpPr/>
      </dsp:nvSpPr>
      <dsp:spPr>
        <a:xfrm>
          <a:off x="688298" y="746310"/>
          <a:ext cx="4469488" cy="595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69" tIns="63069" rIns="63069" bIns="630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is </a:t>
          </a:r>
          <a:r>
            <a:rPr lang="en-US" sz="1900" b="1" kern="1200"/>
            <a:t>large</a:t>
          </a:r>
          <a:endParaRPr lang="en-US" sz="1900" kern="1200"/>
        </a:p>
      </dsp:txBody>
      <dsp:txXfrm>
        <a:off x="688298" y="746310"/>
        <a:ext cx="4469488" cy="595929"/>
      </dsp:txXfrm>
    </dsp:sp>
    <dsp:sp modelId="{1EF66802-E3B8-4ED5-BED1-5E86E5861BB4}">
      <dsp:nvSpPr>
        <dsp:cNvPr id="0" name=""/>
        <dsp:cNvSpPr/>
      </dsp:nvSpPr>
      <dsp:spPr>
        <a:xfrm>
          <a:off x="0" y="1491221"/>
          <a:ext cx="5157787" cy="5959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CF105B-08AA-40C1-B865-714E48499D59}">
      <dsp:nvSpPr>
        <dsp:cNvPr id="0" name=""/>
        <dsp:cNvSpPr/>
      </dsp:nvSpPr>
      <dsp:spPr>
        <a:xfrm>
          <a:off x="180268" y="1625306"/>
          <a:ext cx="327761" cy="3277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C4023-FDBA-4821-AD53-DB478045BAE3}">
      <dsp:nvSpPr>
        <dsp:cNvPr id="0" name=""/>
        <dsp:cNvSpPr/>
      </dsp:nvSpPr>
      <dsp:spPr>
        <a:xfrm>
          <a:off x="688298" y="1491221"/>
          <a:ext cx="4469488" cy="595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69" tIns="63069" rIns="63069" bIns="630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Processing is </a:t>
          </a:r>
          <a:r>
            <a:rPr lang="en-US" sz="1900" b="1" kern="1200" dirty="0"/>
            <a:t>repeatable</a:t>
          </a:r>
          <a:endParaRPr lang="en-US" sz="1900" kern="1200" dirty="0"/>
        </a:p>
      </dsp:txBody>
      <dsp:txXfrm>
        <a:off x="688298" y="1491221"/>
        <a:ext cx="4469488" cy="595929"/>
      </dsp:txXfrm>
    </dsp:sp>
    <dsp:sp modelId="{5ADFE41C-7F84-4201-9093-12BCAABDE270}">
      <dsp:nvSpPr>
        <dsp:cNvPr id="0" name=""/>
        <dsp:cNvSpPr/>
      </dsp:nvSpPr>
      <dsp:spPr>
        <a:xfrm>
          <a:off x="0" y="2236133"/>
          <a:ext cx="5157787" cy="5959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CF3CF6-E73B-4BDC-A8B2-7796B0BE8B9B}">
      <dsp:nvSpPr>
        <dsp:cNvPr id="0" name=""/>
        <dsp:cNvSpPr/>
      </dsp:nvSpPr>
      <dsp:spPr>
        <a:xfrm>
          <a:off x="180268" y="2370217"/>
          <a:ext cx="327761" cy="3277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C0F09-C909-42BC-BE72-1A10388D2F13}">
      <dsp:nvSpPr>
        <dsp:cNvPr id="0" name=""/>
        <dsp:cNvSpPr/>
      </dsp:nvSpPr>
      <dsp:spPr>
        <a:xfrm>
          <a:off x="688298" y="2236133"/>
          <a:ext cx="4469488" cy="595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69" tIns="63069" rIns="63069" bIns="630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Steps are </a:t>
          </a:r>
          <a:r>
            <a:rPr lang="en-US" sz="1900" b="1" kern="1200"/>
            <a:t>dependent</a:t>
          </a:r>
          <a:endParaRPr lang="en-US" sz="1900" kern="1200"/>
        </a:p>
      </dsp:txBody>
      <dsp:txXfrm>
        <a:off x="688298" y="2236133"/>
        <a:ext cx="4469488" cy="595929"/>
      </dsp:txXfrm>
    </dsp:sp>
    <dsp:sp modelId="{B3FC9684-1270-440D-9D30-655423C69768}">
      <dsp:nvSpPr>
        <dsp:cNvPr id="0" name=""/>
        <dsp:cNvSpPr/>
      </dsp:nvSpPr>
      <dsp:spPr>
        <a:xfrm>
          <a:off x="0" y="2981045"/>
          <a:ext cx="5157787" cy="5959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2709F-C5A3-4BF4-8CBC-E569CC3EA79A}">
      <dsp:nvSpPr>
        <dsp:cNvPr id="0" name=""/>
        <dsp:cNvSpPr/>
      </dsp:nvSpPr>
      <dsp:spPr>
        <a:xfrm>
          <a:off x="180268" y="3115129"/>
          <a:ext cx="327761" cy="32776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08D21-E5C7-4BF0-B21D-7D2F10C3A47B}">
      <dsp:nvSpPr>
        <dsp:cNvPr id="0" name=""/>
        <dsp:cNvSpPr/>
      </dsp:nvSpPr>
      <dsp:spPr>
        <a:xfrm>
          <a:off x="688298" y="2981045"/>
          <a:ext cx="4469488" cy="595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69" tIns="63069" rIns="63069" bIns="630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is </a:t>
          </a:r>
          <a:r>
            <a:rPr lang="en-US" sz="1900" b="1" kern="1200"/>
            <a:t>distributed</a:t>
          </a:r>
          <a:endParaRPr lang="en-US" sz="1900" kern="1200"/>
        </a:p>
      </dsp:txBody>
      <dsp:txXfrm>
        <a:off x="688298" y="2981045"/>
        <a:ext cx="4469488" cy="595929"/>
      </dsp:txXfrm>
    </dsp:sp>
    <dsp:sp modelId="{00EDB030-F5C3-4793-9858-6120EE35D4ED}">
      <dsp:nvSpPr>
        <dsp:cNvPr id="0" name=""/>
        <dsp:cNvSpPr/>
      </dsp:nvSpPr>
      <dsp:spPr>
        <a:xfrm>
          <a:off x="0" y="3725957"/>
          <a:ext cx="5157787" cy="5959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8D4909-3B32-4EDC-BF7A-5A233E16814E}">
      <dsp:nvSpPr>
        <dsp:cNvPr id="0" name=""/>
        <dsp:cNvSpPr/>
      </dsp:nvSpPr>
      <dsp:spPr>
        <a:xfrm>
          <a:off x="180268" y="3860041"/>
          <a:ext cx="327761" cy="32776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250480-F31D-41BD-B786-8E3731C1AF1C}">
      <dsp:nvSpPr>
        <dsp:cNvPr id="0" name=""/>
        <dsp:cNvSpPr/>
      </dsp:nvSpPr>
      <dsp:spPr>
        <a:xfrm>
          <a:off x="688298" y="3725957"/>
          <a:ext cx="4469488" cy="595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69" tIns="63069" rIns="63069" bIns="630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Speed matters</a:t>
          </a:r>
        </a:p>
      </dsp:txBody>
      <dsp:txXfrm>
        <a:off x="688298" y="3725957"/>
        <a:ext cx="4469488" cy="5959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E97AF-DABB-442F-9BCF-C265037B47F2}">
      <dsp:nvSpPr>
        <dsp:cNvPr id="0" name=""/>
        <dsp:cNvSpPr/>
      </dsp:nvSpPr>
      <dsp:spPr>
        <a:xfrm>
          <a:off x="0" y="328549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0F059D-963D-49A7-BE4E-A8F99E14EE0E}">
      <dsp:nvSpPr>
        <dsp:cNvPr id="0" name=""/>
        <dsp:cNvSpPr/>
      </dsp:nvSpPr>
      <dsp:spPr>
        <a:xfrm>
          <a:off x="333341" y="18589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Step-by-step flow:</a:t>
          </a:r>
          <a:endParaRPr lang="en-US" sz="2100" kern="1200"/>
        </a:p>
      </dsp:txBody>
      <dsp:txXfrm>
        <a:off x="363603" y="48851"/>
        <a:ext cx="4606259" cy="559396"/>
      </dsp:txXfrm>
    </dsp:sp>
    <dsp:sp modelId="{304E6C87-5772-4729-BF3E-CBF3A5C3BC37}">
      <dsp:nvSpPr>
        <dsp:cNvPr id="0" name=""/>
        <dsp:cNvSpPr/>
      </dsp:nvSpPr>
      <dsp:spPr>
        <a:xfrm>
          <a:off x="0" y="1281109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3935DA-F4E6-4C91-8F53-A6D3D0253564}">
      <dsp:nvSpPr>
        <dsp:cNvPr id="0" name=""/>
        <dsp:cNvSpPr/>
      </dsp:nvSpPr>
      <dsp:spPr>
        <a:xfrm>
          <a:off x="333341" y="971149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Create SparkSession</a:t>
          </a:r>
          <a:endParaRPr lang="en-US" sz="2100" kern="1200"/>
        </a:p>
      </dsp:txBody>
      <dsp:txXfrm>
        <a:off x="363603" y="1001411"/>
        <a:ext cx="4606259" cy="559396"/>
      </dsp:txXfrm>
    </dsp:sp>
    <dsp:sp modelId="{C6E30C9D-6B9C-4BC3-AF66-CEEBC74CCF83}">
      <dsp:nvSpPr>
        <dsp:cNvPr id="0" name=""/>
        <dsp:cNvSpPr/>
      </dsp:nvSpPr>
      <dsp:spPr>
        <a:xfrm>
          <a:off x="0" y="2233670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E0ECA-DB55-4359-98B5-70D98119029E}">
      <dsp:nvSpPr>
        <dsp:cNvPr id="0" name=""/>
        <dsp:cNvSpPr/>
      </dsp:nvSpPr>
      <dsp:spPr>
        <a:xfrm>
          <a:off x="333341" y="1923709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Read data</a:t>
          </a:r>
          <a:r>
            <a:rPr lang="en-US" sz="2100" kern="1200"/>
            <a:t> (CSV, JSON, Parquet, DB)</a:t>
          </a:r>
        </a:p>
      </dsp:txBody>
      <dsp:txXfrm>
        <a:off x="363603" y="1953971"/>
        <a:ext cx="4606259" cy="559396"/>
      </dsp:txXfrm>
    </dsp:sp>
    <dsp:sp modelId="{96224E32-CE11-4789-8829-0ED5ED6B22F9}">
      <dsp:nvSpPr>
        <dsp:cNvPr id="0" name=""/>
        <dsp:cNvSpPr/>
      </dsp:nvSpPr>
      <dsp:spPr>
        <a:xfrm>
          <a:off x="0" y="3186230"/>
          <a:ext cx="6666833" cy="2249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filter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select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withColumn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groupBy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join</a:t>
          </a:r>
        </a:p>
      </dsp:txBody>
      <dsp:txXfrm>
        <a:off x="0" y="3186230"/>
        <a:ext cx="6666833" cy="2249100"/>
      </dsp:txXfrm>
    </dsp:sp>
    <dsp:sp modelId="{845EAB51-6E0A-4412-A406-D458CF5C3F4F}">
      <dsp:nvSpPr>
        <dsp:cNvPr id="0" name=""/>
        <dsp:cNvSpPr/>
      </dsp:nvSpPr>
      <dsp:spPr>
        <a:xfrm>
          <a:off x="333341" y="2876270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Apply transformations</a:t>
          </a:r>
          <a:endParaRPr lang="en-US" sz="2100" kern="1200"/>
        </a:p>
      </dsp:txBody>
      <dsp:txXfrm>
        <a:off x="363603" y="2906532"/>
        <a:ext cx="4606259" cy="5593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DB927D-F74D-4F39-BFFB-1C8FF2EA82E2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E21777-193A-4619-B0E3-0760C20E9121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Laundry Example (Very Relatable)</a:t>
          </a:r>
          <a:endParaRPr lang="en-US" sz="3900" kern="1200"/>
        </a:p>
      </dsp:txBody>
      <dsp:txXfrm>
        <a:off x="0" y="2663"/>
        <a:ext cx="6666833" cy="1816197"/>
      </dsp:txXfrm>
    </dsp:sp>
    <dsp:sp modelId="{1DAC0612-5E7B-4C99-B643-490532029C93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CA7E85-46B8-4F70-BD4D-51F4B51F3321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Collect clothes → sort → wash → dry → fold</a:t>
          </a:r>
        </a:p>
      </dsp:txBody>
      <dsp:txXfrm>
        <a:off x="0" y="1818861"/>
        <a:ext cx="6666833" cy="1816197"/>
      </dsp:txXfrm>
    </dsp:sp>
    <dsp:sp modelId="{3E788D45-028D-4E7B-98A4-23F6E2C38326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E8AF5B-E62F-468F-BE0A-A7C6D2448E8C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You don’t start washing until you decide to do laundry</a:t>
          </a:r>
          <a:endParaRPr lang="en-US" sz="3900" kern="1200"/>
        </a:p>
      </dsp:txBody>
      <dsp:txXfrm>
        <a:off x="0" y="3635058"/>
        <a:ext cx="6666833" cy="181619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E5114-52BE-4454-9EA5-32B0A7AED784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C0B536-669E-4225-AA4A-DB5C28E1F44E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Cab Booking (Optimization analogy)</a:t>
          </a:r>
          <a:endParaRPr lang="en-US" sz="3800" kern="1200"/>
        </a:p>
      </dsp:txBody>
      <dsp:txXfrm>
        <a:off x="0" y="0"/>
        <a:ext cx="6666833" cy="1363480"/>
      </dsp:txXfrm>
    </dsp:sp>
    <dsp:sp modelId="{27E28376-A995-4356-B0CA-98C080A0DFD0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E82BAC-4EFE-48FA-A1A6-69897E379E50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You choose destination (action)</a:t>
          </a:r>
        </a:p>
      </dsp:txBody>
      <dsp:txXfrm>
        <a:off x="0" y="1363480"/>
        <a:ext cx="6666833" cy="1363480"/>
      </dsp:txXfrm>
    </dsp:sp>
    <dsp:sp modelId="{6E53BFFC-EA70-4876-8B03-93B4A4BA1ACF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417AB2-951D-458B-89C8-4649765A681A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App finds best route (optimizer)</a:t>
          </a:r>
        </a:p>
      </dsp:txBody>
      <dsp:txXfrm>
        <a:off x="0" y="2726960"/>
        <a:ext cx="6666833" cy="1363480"/>
      </dsp:txXfrm>
    </dsp:sp>
    <dsp:sp modelId="{E95EDF7B-ABBE-46D8-A93E-3601BC2E7DF1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7C193D-6C5E-4838-A633-506CE2893C54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Driver executes journey (executors)</a:t>
          </a:r>
        </a:p>
      </dsp:txBody>
      <dsp:txXfrm>
        <a:off x="0" y="4090440"/>
        <a:ext cx="6666833" cy="13634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E36A46-6288-4225-B335-C24E34A54797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D4AF3A3-5048-47C9-B644-A8EA2F699DDB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Telecom</a:t>
          </a:r>
          <a:endParaRPr lang="en-US" sz="3600" kern="1200"/>
        </a:p>
      </dsp:txBody>
      <dsp:txXfrm>
        <a:off x="0" y="665"/>
        <a:ext cx="6666833" cy="1090517"/>
      </dsp:txXfrm>
    </dsp:sp>
    <dsp:sp modelId="{01A0CEFF-C13E-49A7-B8F6-627591CDEBF4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DEC8BC5-FB7D-4F48-AC89-3A2C7A469C6D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Filter failed calls</a:t>
          </a:r>
        </a:p>
      </dsp:txBody>
      <dsp:txXfrm>
        <a:off x="0" y="1091183"/>
        <a:ext cx="6666833" cy="1090517"/>
      </dsp:txXfrm>
    </dsp:sp>
    <dsp:sp modelId="{E44A1898-F996-4E8D-8854-934E459535A5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F754B8-BBE1-46C2-B510-D158A07BC7D8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Aggregate duration by customer</a:t>
          </a:r>
        </a:p>
      </dsp:txBody>
      <dsp:txXfrm>
        <a:off x="0" y="2181701"/>
        <a:ext cx="6666833" cy="1090517"/>
      </dsp:txXfrm>
    </dsp:sp>
    <dsp:sp modelId="{4F866B5F-9636-42E6-95D4-0061CCF1C1FD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27065B-0C76-4CE4-A3ED-90E5E2057B37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Join with SLA table</a:t>
          </a:r>
        </a:p>
      </dsp:txBody>
      <dsp:txXfrm>
        <a:off x="0" y="3272218"/>
        <a:ext cx="6666833" cy="1090517"/>
      </dsp:txXfrm>
    </dsp:sp>
    <dsp:sp modelId="{B6868354-64DF-40A3-A177-702523921BAC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3DED2F-F15F-4C54-A91F-76DE04968FB0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Identify SLA breaches</a:t>
          </a:r>
        </a:p>
      </dsp:txBody>
      <dsp:txXfrm>
        <a:off x="0" y="4362736"/>
        <a:ext cx="6666833" cy="109051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A7C8DB-9BF8-4DC2-AD17-89BA893A37FA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F483E2-F7AE-4297-B51A-2EBD26FDE413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/>
            <a:t>Banking</a:t>
          </a:r>
          <a:endParaRPr lang="en-US" sz="4000" kern="1200"/>
        </a:p>
      </dsp:txBody>
      <dsp:txXfrm>
        <a:off x="0" y="0"/>
        <a:ext cx="6666833" cy="1363480"/>
      </dsp:txXfrm>
    </dsp:sp>
    <dsp:sp modelId="{B41B3E25-4C8F-45C7-84BC-0E43F9C91EFD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AC57D3-F91C-441A-BFF4-00E74B6B6EEA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Filter high-value transactions</a:t>
          </a:r>
        </a:p>
      </dsp:txBody>
      <dsp:txXfrm>
        <a:off x="0" y="1363480"/>
        <a:ext cx="6666833" cy="1363480"/>
      </dsp:txXfrm>
    </dsp:sp>
    <dsp:sp modelId="{6BCA1B21-875B-46BC-A8F8-63DE54FFD1EF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79F232-265C-41DC-A0CF-D509B707D755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Group by account</a:t>
          </a:r>
        </a:p>
      </dsp:txBody>
      <dsp:txXfrm>
        <a:off x="0" y="2726960"/>
        <a:ext cx="6666833" cy="1363480"/>
      </dsp:txXfrm>
    </dsp:sp>
    <dsp:sp modelId="{81346D95-CA31-4C1F-A6B2-548D115E7AC2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8D632C-6C46-4061-8C42-4ABDC94864E9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Detect anomalies</a:t>
          </a:r>
        </a:p>
      </dsp:txBody>
      <dsp:txXfrm>
        <a:off x="0" y="4090440"/>
        <a:ext cx="6666833" cy="136348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BC248-5F0E-4D5F-B2C9-E039969ED47F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11A88E-D422-44DF-958C-E01158C92074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/>
            <a:t>E-commerce</a:t>
          </a:r>
          <a:endParaRPr lang="en-US" sz="4300" kern="1200"/>
        </a:p>
      </dsp:txBody>
      <dsp:txXfrm>
        <a:off x="0" y="0"/>
        <a:ext cx="6666833" cy="1363480"/>
      </dsp:txXfrm>
    </dsp:sp>
    <dsp:sp modelId="{CE42A4CF-B705-4846-8B86-0388854BAF9D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5E0F40-A579-4824-81C4-497453916D20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Clickstream cleaning</a:t>
          </a:r>
        </a:p>
      </dsp:txBody>
      <dsp:txXfrm>
        <a:off x="0" y="1363480"/>
        <a:ext cx="6666833" cy="1363480"/>
      </dsp:txXfrm>
    </dsp:sp>
    <dsp:sp modelId="{9F1006FF-0A06-4F9B-A94A-CF9B8494F9B5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D9B6619-6E3D-4AFF-A508-571AA957AD40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Sessionization</a:t>
          </a:r>
        </a:p>
      </dsp:txBody>
      <dsp:txXfrm>
        <a:off x="0" y="2726960"/>
        <a:ext cx="6666833" cy="1363480"/>
      </dsp:txXfrm>
    </dsp:sp>
    <dsp:sp modelId="{1372BAE1-43FF-4353-8065-5A14112D713D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E500D9-1CAD-4CB0-A21F-D3EB7F4B5646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Recommendation features</a:t>
          </a:r>
        </a:p>
      </dsp:txBody>
      <dsp:txXfrm>
        <a:off x="0" y="4090440"/>
        <a:ext cx="6666833" cy="136348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CA705-0902-493D-980F-AA15931B94C5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921C8B-9B23-4E45-AD59-DEA50324F196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Scenario: Telecom Call Analysis</a:t>
          </a:r>
          <a:endParaRPr lang="en-US" sz="3600" kern="1200"/>
        </a:p>
      </dsp:txBody>
      <dsp:txXfrm>
        <a:off x="0" y="2663"/>
        <a:ext cx="6666833" cy="908098"/>
      </dsp:txXfrm>
    </dsp:sp>
    <dsp:sp modelId="{11B8DC30-1FEA-405D-BEC2-118552DDBBD4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BB67B42-EFBB-4152-B72A-C177814E4D12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Read CDR → Filter dropped calls</a:t>
          </a:r>
          <a:endParaRPr lang="en-US" sz="3600" kern="1200"/>
        </a:p>
      </dsp:txBody>
      <dsp:txXfrm>
        <a:off x="0" y="910762"/>
        <a:ext cx="6666833" cy="908098"/>
      </dsp:txXfrm>
    </dsp:sp>
    <dsp:sp modelId="{E93A3C72-B793-4C6B-9EB4-A93E45092662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2438D2-775C-4150-9311-167799AE3D30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→ Group by region</a:t>
          </a:r>
          <a:endParaRPr lang="en-US" sz="3600" kern="1200"/>
        </a:p>
      </dsp:txBody>
      <dsp:txXfrm>
        <a:off x="0" y="1818861"/>
        <a:ext cx="6666833" cy="908098"/>
      </dsp:txXfrm>
    </dsp:sp>
    <dsp:sp modelId="{53986B5A-FAB1-4E36-A2CC-0AF16A92B75E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51A0BFE-0C83-4424-8038-24E1F173A687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→ Join SLA reference</a:t>
          </a:r>
          <a:endParaRPr lang="en-US" sz="3600" kern="1200"/>
        </a:p>
      </dsp:txBody>
      <dsp:txXfrm>
        <a:off x="0" y="2726960"/>
        <a:ext cx="6666833" cy="908098"/>
      </dsp:txXfrm>
    </dsp:sp>
    <dsp:sp modelId="{42FD89D2-E5FC-4B17-88CE-DFF315C44596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4E57B3-69F3-4D14-ACC7-8E47D3F2387C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→ Flag SLA breach</a:t>
          </a:r>
          <a:endParaRPr lang="en-US" sz="3600" kern="1200"/>
        </a:p>
      </dsp:txBody>
      <dsp:txXfrm>
        <a:off x="0" y="3635058"/>
        <a:ext cx="6666833" cy="908098"/>
      </dsp:txXfrm>
    </dsp:sp>
    <dsp:sp modelId="{EE50066D-C96F-4947-8016-7BCFBFD3EA38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F60991-FE09-41C4-B972-5D6583193175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→ Write report</a:t>
          </a:r>
          <a:endParaRPr lang="en-US" sz="3600" kern="1200"/>
        </a:p>
      </dsp:txBody>
      <dsp:txXfrm>
        <a:off x="0" y="4543157"/>
        <a:ext cx="6666833" cy="90809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B9580-7CE1-49B7-898B-CBD5EE3D8C69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4D31E66-032A-4EB2-BF61-FA0D051C98C6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Why does Spark delay execution?</a:t>
          </a:r>
          <a:endParaRPr lang="en-US" sz="3000" kern="1200"/>
        </a:p>
      </dsp:txBody>
      <dsp:txXfrm>
        <a:off x="0" y="665"/>
        <a:ext cx="6666833" cy="1090517"/>
      </dsp:txXfrm>
    </dsp:sp>
    <dsp:sp modelId="{6FAA952A-F397-434E-AD4A-3F0A8E45F368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96746A5-E454-42B7-9DB7-AB11EEC3F801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What breaks if there is no action?</a:t>
          </a:r>
          <a:endParaRPr lang="en-US" sz="3000" kern="1200"/>
        </a:p>
      </dsp:txBody>
      <dsp:txXfrm>
        <a:off x="0" y="1091183"/>
        <a:ext cx="6666833" cy="1090517"/>
      </dsp:txXfrm>
    </dsp:sp>
    <dsp:sp modelId="{DA37C59B-5B48-4A28-990E-B20A61304F1F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B590AE-1C93-40ED-A765-213202FDAD5D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How does DAG help in fault tolerance?</a:t>
          </a:r>
          <a:endParaRPr lang="en-US" sz="3000" kern="1200"/>
        </a:p>
      </dsp:txBody>
      <dsp:txXfrm>
        <a:off x="0" y="2181701"/>
        <a:ext cx="6666833" cy="1090517"/>
      </dsp:txXfrm>
    </dsp:sp>
    <dsp:sp modelId="{B365751A-8256-47ED-A4CB-F0AE7997AF03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94E4E1-6603-4DC2-AE6B-BCE77DD5A21A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Can two pipelines share stages?</a:t>
          </a:r>
          <a:endParaRPr lang="en-US" sz="3000" kern="1200"/>
        </a:p>
      </dsp:txBody>
      <dsp:txXfrm>
        <a:off x="0" y="3272218"/>
        <a:ext cx="6666833" cy="1090517"/>
      </dsp:txXfrm>
    </dsp:sp>
    <dsp:sp modelId="{E3B1523A-722E-44B6-977A-C36D0859D4FD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5FC0DE-7BC5-4BA3-8AFB-D07E1393FAA8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What happens if data size doubles?</a:t>
          </a:r>
          <a:endParaRPr lang="en-US" sz="3000" kern="1200"/>
        </a:p>
      </dsp:txBody>
      <dsp:txXfrm>
        <a:off x="0" y="4362736"/>
        <a:ext cx="6666833" cy="1090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37AAE-3C16-4C82-AF45-C1EB26EE838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81591-468F-4EAB-A679-649CF4BBD7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4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81591-468F-4EAB-A679-649CF4BBD7F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393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99FC-8EBA-3D9C-003A-BC2DD305A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F4444-34E4-5A16-BC1D-56E2B00DE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E18AC-72F2-D3EC-E442-62F5619B7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D9AD-E39C-4A46-820E-507C21D85C3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2612D-DA43-D79C-C663-791EEBDD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63E4A-E4E6-5968-DF43-C5466716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07B1-60A5-4DCB-BB16-20523BC53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095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0F2B7-B30F-F10D-379B-A900FA9E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68E35-1054-3115-7154-8CDA875BA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47250-DF0C-890A-D320-5329E894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D9AD-E39C-4A46-820E-507C21D85C3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32466-7E87-CF19-DCEE-55A2A4D2B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3BDEE-E259-DC3B-C06D-BBA1BE7D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07B1-60A5-4DCB-BB16-20523BC53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045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1ED71-0B61-5030-B3CE-93AE5AEE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2B4A6-1598-4695-8025-E3FFCF454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DE8AA-605D-2F35-967A-7FB79D62B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D9AD-E39C-4A46-820E-507C21D85C3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FD2FC-9979-B4AE-AC9A-9636AB08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46BAD-333B-33B5-88C7-BCABAD1C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07B1-60A5-4DCB-BB16-20523BC53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067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AFBDE-1021-818D-38C7-D407C3A8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1877D-F9D1-E482-BC88-8CEA04CDE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D8A64-FDBF-930C-4F9B-A3AC5E401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66795-27CF-F709-12FA-9F68DF01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D9AD-E39C-4A46-820E-507C21D85C3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17A68-87AA-A61E-5626-D14447008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EBAD5-E409-504C-F573-51AEFF973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07B1-60A5-4DCB-BB16-20523BC53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71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56E6-FCC6-4B11-DE93-1C88CDB6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1BA83-F8E5-A005-3A17-64B7787EE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2AF3C-B5DE-F571-CF3A-E0315D4D7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ED1CA-C2EC-21F0-C599-03FC6A953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5FBB7-4DA5-2B52-13B4-B61507C0C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B5101-793D-FF51-00E5-F9C4A0AB2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D9AD-E39C-4A46-820E-507C21D85C3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F8367-BD59-5D04-679E-E227C5C8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CAC1F0-5C0D-5DE5-A132-5B069A80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07B1-60A5-4DCB-BB16-20523BC53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5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818C-CEA0-F4EF-C5C3-4B356B51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B08E4-56A6-8A95-B07D-072CBF7B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D9AD-E39C-4A46-820E-507C21D85C3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6E536-3F12-696D-B23C-CB332B57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F0EC5-0493-AF5C-4E8D-474361F51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07B1-60A5-4DCB-BB16-20523BC53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50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4E7E80-875A-1EAD-EB7A-063CE8C0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D9AD-E39C-4A46-820E-507C21D85C3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60052-BA45-BFFC-BC27-E045A484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28EDB-31B0-2249-6294-7DAD6860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07B1-60A5-4DCB-BB16-20523BC53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38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39941-6286-CFE3-007D-59B8E0741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4B616-CED3-25FA-9E6A-1131B34D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4D50F-E17C-FC52-0952-5E5014B75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06DEE-51A4-BFDE-CDB7-5A9277C1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D9AD-E39C-4A46-820E-507C21D85C3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7A835-B449-73D2-1954-4ED7644C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59BA7-346A-692C-F97B-7A61DD9C3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07B1-60A5-4DCB-BB16-20523BC53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30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3754C-59A4-E13B-DFDF-3555EE301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3A566-83D9-0ECA-8368-61C61EC61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08382-3596-2B51-BFB0-26D9DC4BF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8151B-5E5C-871B-788F-2BA67CEE1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D9AD-E39C-4A46-820E-507C21D85C3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BBB91-B0F1-5356-500E-EBB0D4FB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B880B-EF41-7F94-C53A-3DFA2A5B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07B1-60A5-4DCB-BB16-20523BC53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803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D283-4CFF-C662-109A-6DC8B675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8DEA1-EFC8-4B89-8ADB-659E68120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482E5-0A40-F0C0-3212-58337ED0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D9AD-E39C-4A46-820E-507C21D85C3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68BFF-F5FC-66FD-EA1F-B2672FD1D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233C9-8455-E549-5D4B-05E2F059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07B1-60A5-4DCB-BB16-20523BC53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480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F3FCC-BC91-A174-ECA4-34B0F526C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F87F0A-5974-4C42-263F-F09E3055A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5EF33-AF8A-A09A-3697-8EDFA3EB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4D9AD-E39C-4A46-820E-507C21D85C3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5BC49-6B67-24EE-3C75-85D79CA7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ECAA4-929E-E5CC-5940-D1A612A49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07B1-60A5-4DCB-BB16-20523BC53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49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D929EC-9BC7-50C5-E7B5-1921F4A9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FCAA5-B187-3C0B-3F9F-DA1F8D370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FB9BD-3B7E-1506-072B-866DB77415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94D9AD-E39C-4A46-820E-507C21D85C3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43811-DB7D-0BA8-29BC-E19509C61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F7832-B105-F308-3B7B-BF2CBA297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C07B1-60A5-4DCB-BB16-20523BC53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13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A227DF-D3D7-9105-4607-AE3B8DD74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Spark Pipeline</a:t>
            </a:r>
            <a:endParaRPr lang="en-IN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0242E-78BE-4DF2-24E5-D48E8B39E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443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diagram of data pipeline&#10;&#10;AI-generated content may be incorrect.">
            <a:extLst>
              <a:ext uri="{FF2B5EF4-FFF2-40B4-BE49-F238E27FC236}">
                <a16:creationId xmlns:a16="http://schemas.microsoft.com/office/drawing/2014/main" id="{087D5492-E80E-12DA-E6E1-715D8E6D8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22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Content Placeholder 9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5F903F14-893B-4793-8C80-DA023EEF5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457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3C2462-8DAB-BB8F-3024-D5BEA01E4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FC7612-1451-5A08-7113-A734C9C5E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27623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7604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7740B-F16A-6665-DE6F-294936654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FC577CB-7773-2D9D-5DF9-7511249283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50886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711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BFEC5-A99E-DBAE-A4D9-C314F5F2B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WHY do we need a Pipeline?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AE160A-50AC-82B5-EDF0-AEFBE2DB08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483754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7641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E60B5-9531-EA98-E110-DB0A7D73A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F35ACE-3FB3-0501-C648-D2B5978AA8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56385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494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35C9D3-746B-3691-0922-25F72DB41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BE1E2-E371-1EA6-CDBA-D9AD15648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r>
              <a:rPr lang="en-US" sz="2000" b="1"/>
              <a:t>Pipeline brings order, optimization, and scalability to chaos.</a:t>
            </a:r>
            <a:endParaRPr lang="en-US" sz="2000"/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457995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C0BFEB-ADC1-79A2-E7C7-8896E257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24808E3E-C754-46B9-A336-F7922B096E9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90535754"/>
              </p:ext>
            </p:extLst>
          </p:nvPr>
        </p:nvGraphicFramePr>
        <p:xfrm>
          <a:off x="839788" y="1866378"/>
          <a:ext cx="5157787" cy="4323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C8B85B-B267-518F-9B11-B5037A889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66378"/>
            <a:ext cx="5183188" cy="4323285"/>
          </a:xfrm>
        </p:spPr>
        <p:txBody>
          <a:bodyPr>
            <a:normAutofit/>
          </a:bodyPr>
          <a:lstStyle/>
          <a:p>
            <a:r>
              <a:rPr lang="en-US" b="1" dirty="0"/>
              <a:t>Not ideal when:</a:t>
            </a:r>
          </a:p>
          <a:p>
            <a:r>
              <a:rPr lang="en-US" dirty="0"/>
              <a:t>Very small data</a:t>
            </a:r>
          </a:p>
          <a:p>
            <a:r>
              <a:rPr lang="en-US" dirty="0"/>
              <a:t>One-time calculation</a:t>
            </a:r>
          </a:p>
          <a:p>
            <a:r>
              <a:rPr lang="en-US" dirty="0"/>
              <a:t>Simple scripts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80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09B5A-1228-3E52-553D-8530A216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WHERE is a Spark Pipeline used?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9D439-065B-0DDD-6079-17C579EEE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/>
              <a:t>Real-world places:</a:t>
            </a:r>
          </a:p>
          <a:p>
            <a:r>
              <a:rPr lang="en-US" sz="2000"/>
              <a:t>Telecom billing systems</a:t>
            </a:r>
          </a:p>
          <a:p>
            <a:r>
              <a:rPr lang="en-US" sz="2000"/>
              <a:t>Banking fraud detection</a:t>
            </a:r>
          </a:p>
          <a:p>
            <a:r>
              <a:rPr lang="en-US" sz="2000"/>
              <a:t>E-commerce recommendations</a:t>
            </a:r>
          </a:p>
          <a:p>
            <a:r>
              <a:rPr lang="en-US" sz="2000"/>
              <a:t>Log analysis</a:t>
            </a:r>
          </a:p>
          <a:p>
            <a:r>
              <a:rPr lang="en-US" sz="2000"/>
              <a:t>IoT sensor analytics</a:t>
            </a:r>
          </a:p>
          <a:p>
            <a:r>
              <a:rPr lang="en-US" sz="2000"/>
              <a:t>Data warehouses (ETL)</a:t>
            </a:r>
          </a:p>
          <a:p>
            <a:pPr marL="0"/>
            <a:endParaRPr lang="en-US" sz="2000">
              <a:highlight>
                <a:srgbClr val="FFFF00"/>
              </a:highlight>
            </a:endParaRPr>
          </a:p>
          <a:p>
            <a:pPr marL="0"/>
            <a:r>
              <a:rPr lang="en-US" sz="2000">
                <a:highlight>
                  <a:srgbClr val="FFFF00"/>
                </a:highlight>
              </a:rPr>
              <a:t>Anywhere data is big, continuous, and valuable.</a:t>
            </a:r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1784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359B2-B3E1-4B28-0709-10E6DDD1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HOW does a Spark Pipeline work?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4C02BE-C72A-5DCD-94E6-DEDDE246C9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09627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2763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A714-E012-7D44-00DC-08428F6A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295509-3BD3-49D1-F095-64C4C26833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662466"/>
            <a:ext cx="1051559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Build DAG (internally)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Trigger action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show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write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Spark executes optimized plan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174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816D8-D6A4-49B1-5402-DF18465E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Analog1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DEF4FC-B44E-6D35-E09B-0C56B7738F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08628"/>
              </p:ext>
            </p:extLst>
          </p:nvPr>
        </p:nvGraphicFramePr>
        <p:xfrm>
          <a:off x="4905052" y="1911370"/>
          <a:ext cx="6666833" cy="3132066"/>
        </p:xfrm>
        <a:graphic>
          <a:graphicData uri="http://schemas.openxmlformats.org/drawingml/2006/table">
            <a:tbl>
              <a:tblPr/>
              <a:tblGrid>
                <a:gridCol w="2550731">
                  <a:extLst>
                    <a:ext uri="{9D8B030D-6E8A-4147-A177-3AD203B41FA5}">
                      <a16:colId xmlns:a16="http://schemas.microsoft.com/office/drawing/2014/main" val="1234950219"/>
                    </a:ext>
                  </a:extLst>
                </a:gridCol>
                <a:gridCol w="4116102">
                  <a:extLst>
                    <a:ext uri="{9D8B030D-6E8A-4147-A177-3AD203B41FA5}">
                      <a16:colId xmlns:a16="http://schemas.microsoft.com/office/drawing/2014/main" val="4214662767"/>
                    </a:ext>
                  </a:extLst>
                </a:gridCol>
              </a:tblGrid>
              <a:tr h="52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Spark</a:t>
                      </a:r>
                    </a:p>
                  </a:txBody>
                  <a:tcPr marL="118639" marR="118639" marT="59319" marB="593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Cooking</a:t>
                      </a:r>
                    </a:p>
                  </a:txBody>
                  <a:tcPr marL="118639" marR="118639" marT="59319" marB="593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48421"/>
                  </a:ext>
                </a:extLst>
              </a:tr>
              <a:tr h="52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Raw data</a:t>
                      </a:r>
                    </a:p>
                  </a:txBody>
                  <a:tcPr marL="118639" marR="118639" marT="59319" marB="593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Raw vegetables</a:t>
                      </a:r>
                    </a:p>
                  </a:txBody>
                  <a:tcPr marL="118639" marR="118639" marT="59319" marB="593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701514"/>
                  </a:ext>
                </a:extLst>
              </a:tr>
              <a:tr h="52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Transformations</a:t>
                      </a:r>
                    </a:p>
                  </a:txBody>
                  <a:tcPr marL="118639" marR="118639" marT="59319" marB="593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Cutting, washing, seasoning</a:t>
                      </a:r>
                    </a:p>
                  </a:txBody>
                  <a:tcPr marL="118639" marR="118639" marT="59319" marB="593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8071"/>
                  </a:ext>
                </a:extLst>
              </a:tr>
              <a:tr h="52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DAG</a:t>
                      </a:r>
                    </a:p>
                  </a:txBody>
                  <a:tcPr marL="118639" marR="118639" marT="59319" marB="593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Recipe</a:t>
                      </a:r>
                    </a:p>
                  </a:txBody>
                  <a:tcPr marL="118639" marR="118639" marT="59319" marB="593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558876"/>
                  </a:ext>
                </a:extLst>
              </a:tr>
              <a:tr h="52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Action</a:t>
                      </a:r>
                    </a:p>
                  </a:txBody>
                  <a:tcPr marL="118639" marR="118639" marT="59319" marB="593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Serving food</a:t>
                      </a:r>
                    </a:p>
                  </a:txBody>
                  <a:tcPr marL="118639" marR="118639" marT="59319" marB="593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400771"/>
                  </a:ext>
                </a:extLst>
              </a:tr>
              <a:tr h="52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Spark</a:t>
                      </a:r>
                    </a:p>
                  </a:txBody>
                  <a:tcPr marL="118639" marR="118639" marT="59319" marB="593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Chef + kitchen</a:t>
                      </a:r>
                    </a:p>
                  </a:txBody>
                  <a:tcPr marL="118639" marR="118639" marT="59319" marB="593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824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537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69B74C-E50D-F942-8C14-8EE677233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Analog2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A45C87-B075-56E5-98CB-5806BC58D5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7350366"/>
              </p:ext>
            </p:extLst>
          </p:nvPr>
        </p:nvGraphicFramePr>
        <p:xfrm>
          <a:off x="4905052" y="1543286"/>
          <a:ext cx="6666834" cy="3868230"/>
        </p:xfrm>
        <a:graphic>
          <a:graphicData uri="http://schemas.openxmlformats.org/drawingml/2006/table">
            <a:tbl>
              <a:tblPr/>
              <a:tblGrid>
                <a:gridCol w="3150262">
                  <a:extLst>
                    <a:ext uri="{9D8B030D-6E8A-4147-A177-3AD203B41FA5}">
                      <a16:colId xmlns:a16="http://schemas.microsoft.com/office/drawing/2014/main" val="2946920990"/>
                    </a:ext>
                  </a:extLst>
                </a:gridCol>
                <a:gridCol w="3516572">
                  <a:extLst>
                    <a:ext uri="{9D8B030D-6E8A-4147-A177-3AD203B41FA5}">
                      <a16:colId xmlns:a16="http://schemas.microsoft.com/office/drawing/2014/main" val="1459450290"/>
                    </a:ext>
                  </a:extLst>
                </a:gridCol>
              </a:tblGrid>
              <a:tr h="64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Spark</a:t>
                      </a:r>
                    </a:p>
                  </a:txBody>
                  <a:tcPr marL="146524" marR="146524" marT="73262" marB="73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Factory</a:t>
                      </a:r>
                    </a:p>
                  </a:txBody>
                  <a:tcPr marL="146524" marR="146524" marT="73262" marB="73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017251"/>
                  </a:ext>
                </a:extLst>
              </a:tr>
              <a:tr h="64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Pipeline</a:t>
                      </a:r>
                    </a:p>
                  </a:txBody>
                  <a:tcPr marL="146524" marR="146524" marT="73262" marB="73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Assembly line</a:t>
                      </a:r>
                    </a:p>
                  </a:txBody>
                  <a:tcPr marL="146524" marR="146524" marT="73262" marB="73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556765"/>
                  </a:ext>
                </a:extLst>
              </a:tr>
              <a:tr h="64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Transformations</a:t>
                      </a:r>
                    </a:p>
                  </a:txBody>
                  <a:tcPr marL="146524" marR="146524" marT="73262" marB="73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Machines</a:t>
                      </a:r>
                    </a:p>
                  </a:txBody>
                  <a:tcPr marL="146524" marR="146524" marT="73262" marB="73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289770"/>
                  </a:ext>
                </a:extLst>
              </a:tr>
              <a:tr h="64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Lazy evaluation</a:t>
                      </a:r>
                    </a:p>
                  </a:txBody>
                  <a:tcPr marL="146524" marR="146524" marT="73262" marB="73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Machines stay idle</a:t>
                      </a:r>
                    </a:p>
                  </a:txBody>
                  <a:tcPr marL="146524" marR="146524" marT="73262" marB="73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85532"/>
                  </a:ext>
                </a:extLst>
              </a:tr>
              <a:tr h="64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Action</a:t>
                      </a:r>
                    </a:p>
                  </a:txBody>
                  <a:tcPr marL="146524" marR="146524" marT="73262" marB="73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Customer order</a:t>
                      </a:r>
                    </a:p>
                  </a:txBody>
                  <a:tcPr marL="146524" marR="146524" marT="73262" marB="73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901122"/>
                  </a:ext>
                </a:extLst>
              </a:tr>
              <a:tr h="64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DAG</a:t>
                      </a:r>
                    </a:p>
                  </a:txBody>
                  <a:tcPr marL="146524" marR="146524" marT="73262" marB="73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900"/>
                        <a:t>Production plan</a:t>
                      </a:r>
                    </a:p>
                  </a:txBody>
                  <a:tcPr marL="146524" marR="146524" marT="73262" marB="73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418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698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D4AFB-E0A6-1E02-0EB7-1FA3E84E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Analog3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E4BC82-D05E-D3A1-4DF7-3927DF0476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33245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8375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89830-E25C-4FF8-6392-32581D7C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Analog4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4D070C-9D85-174A-F27D-0EB86A7225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85730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9465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63842-693F-A172-169A-AC4E1129F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UsesCases in Spark Pipeline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C32243-C834-88F1-A3CC-0E0946C95E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659245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0524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A9A6E-8AAD-1D21-7140-C5C4C34BA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049CFA-E665-A320-A6C9-0EDDE6ED5E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95422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5548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220EA-773C-D7B3-1DAD-A6154B308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86F586-F2E1-F5EE-979E-EAA3B185A5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51718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2545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C653D-E6D1-9F2B-556B-0C7A700BA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700">
                <a:solidFill>
                  <a:srgbClr val="FFFFFF"/>
                </a:solidFill>
              </a:rPr>
              <a:t>SCENARIO-BASED EXPLANATION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7A8F39-702C-96FA-751A-3ACDE772FF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91007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6998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9F138-3415-9E74-4BA9-971EA9832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“Spark pipeline is not about writing steps.</a:t>
            </a:r>
            <a:br>
              <a:rPr lang="en-US" sz="2400"/>
            </a:br>
            <a:r>
              <a:rPr lang="en-US" sz="2400"/>
              <a:t>It’s about </a:t>
            </a:r>
            <a:r>
              <a:rPr lang="en-US" sz="2400" b="1"/>
              <a:t>declaring intent</a:t>
            </a:r>
            <a:r>
              <a:rPr lang="en-US" sz="2400"/>
              <a:t>, letting Spark </a:t>
            </a:r>
            <a:r>
              <a:rPr lang="en-US" sz="2400" b="1"/>
              <a:t>optimize execution</a:t>
            </a:r>
            <a:r>
              <a:rPr lang="en-US" sz="2400"/>
              <a:t>, and running it </a:t>
            </a:r>
            <a:r>
              <a:rPr lang="en-US" sz="2400" b="1"/>
              <a:t>only when results are needed</a:t>
            </a:r>
            <a:r>
              <a:rPr lang="en-US" sz="2400"/>
              <a:t>.”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814085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20BF9-521D-40CA-519D-625F4F51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Questions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A47549F-6F07-9781-13F1-75E236B628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14912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9019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00E4E6DDEDF6488EC99E21B69E2509" ma:contentTypeVersion="7" ma:contentTypeDescription="Create a new document." ma:contentTypeScope="" ma:versionID="2d33818d509a81fd8c97d7205426deaf">
  <xsd:schema xmlns:xsd="http://www.w3.org/2001/XMLSchema" xmlns:xs="http://www.w3.org/2001/XMLSchema" xmlns:p="http://schemas.microsoft.com/office/2006/metadata/properties" xmlns:ns2="4e57b6c6-0e56-496c-a776-735b43dfd70b" targetNamespace="http://schemas.microsoft.com/office/2006/metadata/properties" ma:root="true" ma:fieldsID="ab3df804f33e5dff66f68a07ddd21941" ns2:_="">
    <xsd:import namespace="4e57b6c6-0e56-496c-a776-735b43dfd7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7b6c6-0e56-496c-a776-735b43dfd7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9D7914-6482-490B-914A-3F1AD2BD6E4F}"/>
</file>

<file path=customXml/itemProps2.xml><?xml version="1.0" encoding="utf-8"?>
<ds:datastoreItem xmlns:ds="http://schemas.openxmlformats.org/officeDocument/2006/customXml" ds:itemID="{6FD572F7-D80C-47C5-A968-3E2D196DB2D5}"/>
</file>

<file path=customXml/itemProps3.xml><?xml version="1.0" encoding="utf-8"?>
<ds:datastoreItem xmlns:ds="http://schemas.openxmlformats.org/officeDocument/2006/customXml" ds:itemID="{FA9D3B94-6B9C-4E62-BC63-020838FBF093}"/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462</Words>
  <Application>Microsoft Office PowerPoint</Application>
  <PresentationFormat>Widescreen</PresentationFormat>
  <Paragraphs>120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Spark Pipeline</vt:lpstr>
      <vt:lpstr>PowerPoint Presentation</vt:lpstr>
      <vt:lpstr>PowerPoint Presentation</vt:lpstr>
      <vt:lpstr>PowerPoint Presentation</vt:lpstr>
      <vt:lpstr>PowerPoint Presentation</vt:lpstr>
      <vt:lpstr>WHY do we need a Pipeline?</vt:lpstr>
      <vt:lpstr>PowerPoint Presentation</vt:lpstr>
      <vt:lpstr>PowerPoint Presentation</vt:lpstr>
      <vt:lpstr>PowerPoint Presentation</vt:lpstr>
      <vt:lpstr>WHERE is a Spark Pipeline used?</vt:lpstr>
      <vt:lpstr>HOW does a Spark Pipeline work?</vt:lpstr>
      <vt:lpstr>PowerPoint Presentation</vt:lpstr>
      <vt:lpstr>Analog1</vt:lpstr>
      <vt:lpstr>Analog2</vt:lpstr>
      <vt:lpstr>Analog3</vt:lpstr>
      <vt:lpstr>Analog4</vt:lpstr>
      <vt:lpstr>UsesCases in Spark Pipeline</vt:lpstr>
      <vt:lpstr>PowerPoint Presentation</vt:lpstr>
      <vt:lpstr>PowerPoint Presentation</vt:lpstr>
      <vt:lpstr>SCENARIO-BASED EXPLANATION </vt:lpstr>
      <vt:lpstr>PowerPoint Presentation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Pasupuleti Samatha [UNext]</dc:creator>
  <cp:lastModifiedBy>Pasupuleti Samatha [UNext]</cp:lastModifiedBy>
  <cp:revision>1</cp:revision>
  <dcterms:created xsi:type="dcterms:W3CDTF">2026-02-15T22:53:29Z</dcterms:created>
  <dcterms:modified xsi:type="dcterms:W3CDTF">2026-02-15T23:30:38Z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0x010100D900E4E6DDEDF6488EC99E21B69E2509</vt:lpwstr>
  </property>
</Properties>
</file>