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7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drawing7.xml" ContentType="application/vnd.ms-office.drawingml.diagramDrawing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layout7.xml" ContentType="application/vnd.openxmlformats-officedocument.drawingml.diagramLayout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rawing6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quickStyle7.xml" ContentType="application/vnd.openxmlformats-officedocument.drawingml.diagramStyle+xml"/>
  <Override PartName="/ppt/diagrams/quickStyle2.xml" ContentType="application/vnd.openxmlformats-officedocument.drawingml.diagramStyle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drawing9.xml" ContentType="application/vnd.ms-office.drawingml.diagramDrawing+xml"/>
  <Override PartName="/ppt/diagrams/colors7.xml" ContentType="application/vnd.openxmlformats-officedocument.drawingml.diagramColors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colors6.xml" ContentType="application/vnd.openxmlformats-officedocument.drawingml.diagramColor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colors9.xml" ContentType="application/vnd.openxmlformats-officedocument.drawingml.diagramColors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drawing10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9" r:id="rId23"/>
    <p:sldId id="300" r:id="rId24"/>
    <p:sldId id="296" r:id="rId25"/>
    <p:sldId id="297" r:id="rId26"/>
    <p:sldId id="298" r:id="rId27"/>
    <p:sldId id="301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3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41242-9E29-49F3-8E48-3939520FC71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18F08E-8F89-49D0-AD4B-FAE669260EAA}">
      <dgm:prSet/>
      <dgm:spPr/>
      <dgm:t>
        <a:bodyPr/>
        <a:lstStyle/>
        <a:p>
          <a:r>
            <a:rPr lang="en-IN" b="1"/>
            <a:t>A session is a controlled working environment where an analytics engine maintains context, resources, and configuration while you process data.</a:t>
          </a:r>
          <a:endParaRPr lang="en-US"/>
        </a:p>
      </dgm:t>
    </dgm:pt>
    <dgm:pt modelId="{1EC7AF03-F35E-4385-A3F0-D30428766FCA}" type="parTrans" cxnId="{04DA2A5D-27DE-47D1-8596-F9E86C4F3F6C}">
      <dgm:prSet/>
      <dgm:spPr/>
      <dgm:t>
        <a:bodyPr/>
        <a:lstStyle/>
        <a:p>
          <a:endParaRPr lang="en-US"/>
        </a:p>
      </dgm:t>
    </dgm:pt>
    <dgm:pt modelId="{CC605A19-87C5-4D9B-B279-7E96982BDB52}" type="sibTrans" cxnId="{04DA2A5D-27DE-47D1-8596-F9E86C4F3F6C}">
      <dgm:prSet/>
      <dgm:spPr/>
      <dgm:t>
        <a:bodyPr/>
        <a:lstStyle/>
        <a:p>
          <a:endParaRPr lang="en-US"/>
        </a:p>
      </dgm:t>
    </dgm:pt>
    <dgm:pt modelId="{48F634F7-F2C3-4BBF-B9EE-7F092AD33D45}">
      <dgm:prSet/>
      <dgm:spPr/>
      <dgm:t>
        <a:bodyPr/>
        <a:lstStyle/>
        <a:p>
          <a:r>
            <a:rPr lang="en-IN" b="1"/>
            <a:t>In Spark: SparkSession is the entry point that allows you to talk to the Spark engine.</a:t>
          </a:r>
          <a:endParaRPr lang="en-US"/>
        </a:p>
      </dgm:t>
    </dgm:pt>
    <dgm:pt modelId="{2DEFF594-912A-4A9B-BEF5-B74E465C2C08}" type="parTrans" cxnId="{AAEDE5EC-8E6E-402A-BEF6-F36F34458E53}">
      <dgm:prSet/>
      <dgm:spPr/>
      <dgm:t>
        <a:bodyPr/>
        <a:lstStyle/>
        <a:p>
          <a:endParaRPr lang="en-US"/>
        </a:p>
      </dgm:t>
    </dgm:pt>
    <dgm:pt modelId="{1A8C5732-46AB-44AE-9339-42240402CE51}" type="sibTrans" cxnId="{AAEDE5EC-8E6E-402A-BEF6-F36F34458E53}">
      <dgm:prSet/>
      <dgm:spPr/>
      <dgm:t>
        <a:bodyPr/>
        <a:lstStyle/>
        <a:p>
          <a:endParaRPr lang="en-US"/>
        </a:p>
      </dgm:t>
    </dgm:pt>
    <dgm:pt modelId="{142C0C6A-0768-4F1C-9249-1F7B3736953D}" type="pres">
      <dgm:prSet presAssocID="{60C41242-9E29-49F3-8E48-3939520FC7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0974A0-A0F8-4271-8227-C1680E2F43DD}" type="pres">
      <dgm:prSet presAssocID="{BC18F08E-8F89-49D0-AD4B-FAE669260EAA}" presName="hierRoot1" presStyleCnt="0"/>
      <dgm:spPr/>
    </dgm:pt>
    <dgm:pt modelId="{71FE1419-7024-4381-B9AA-2F9D23B44A1E}" type="pres">
      <dgm:prSet presAssocID="{BC18F08E-8F89-49D0-AD4B-FAE669260EAA}" presName="composite" presStyleCnt="0"/>
      <dgm:spPr/>
    </dgm:pt>
    <dgm:pt modelId="{12DB28FD-3AD1-40EB-87F0-99DFFA361C4C}" type="pres">
      <dgm:prSet presAssocID="{BC18F08E-8F89-49D0-AD4B-FAE669260EAA}" presName="background" presStyleLbl="node0" presStyleIdx="0" presStyleCnt="2"/>
      <dgm:spPr/>
    </dgm:pt>
    <dgm:pt modelId="{399ECD00-1C46-46C3-B7FB-BFA44099E7B9}" type="pres">
      <dgm:prSet presAssocID="{BC18F08E-8F89-49D0-AD4B-FAE669260EAA}" presName="text" presStyleLbl="fgAcc0" presStyleIdx="0" presStyleCnt="2">
        <dgm:presLayoutVars>
          <dgm:chPref val="3"/>
        </dgm:presLayoutVars>
      </dgm:prSet>
      <dgm:spPr/>
    </dgm:pt>
    <dgm:pt modelId="{54CA1D39-B713-43B5-985B-ED22EA716456}" type="pres">
      <dgm:prSet presAssocID="{BC18F08E-8F89-49D0-AD4B-FAE669260EAA}" presName="hierChild2" presStyleCnt="0"/>
      <dgm:spPr/>
    </dgm:pt>
    <dgm:pt modelId="{664AAFCF-ADF4-442D-AF94-BE543D85D0FE}" type="pres">
      <dgm:prSet presAssocID="{48F634F7-F2C3-4BBF-B9EE-7F092AD33D45}" presName="hierRoot1" presStyleCnt="0"/>
      <dgm:spPr/>
    </dgm:pt>
    <dgm:pt modelId="{588E7A92-92E0-4525-A902-E0E0FBA68870}" type="pres">
      <dgm:prSet presAssocID="{48F634F7-F2C3-4BBF-B9EE-7F092AD33D45}" presName="composite" presStyleCnt="0"/>
      <dgm:spPr/>
    </dgm:pt>
    <dgm:pt modelId="{B2AF715A-60EE-453F-A8C1-F511602BA074}" type="pres">
      <dgm:prSet presAssocID="{48F634F7-F2C3-4BBF-B9EE-7F092AD33D45}" presName="background" presStyleLbl="node0" presStyleIdx="1" presStyleCnt="2"/>
      <dgm:spPr/>
    </dgm:pt>
    <dgm:pt modelId="{D5F46577-4C6C-42F7-B905-849752A6F329}" type="pres">
      <dgm:prSet presAssocID="{48F634F7-F2C3-4BBF-B9EE-7F092AD33D45}" presName="text" presStyleLbl="fgAcc0" presStyleIdx="1" presStyleCnt="2">
        <dgm:presLayoutVars>
          <dgm:chPref val="3"/>
        </dgm:presLayoutVars>
      </dgm:prSet>
      <dgm:spPr/>
    </dgm:pt>
    <dgm:pt modelId="{C412D5DC-E221-4724-A1AB-10A96CCF762D}" type="pres">
      <dgm:prSet presAssocID="{48F634F7-F2C3-4BBF-B9EE-7F092AD33D45}" presName="hierChild2" presStyleCnt="0"/>
      <dgm:spPr/>
    </dgm:pt>
  </dgm:ptLst>
  <dgm:cxnLst>
    <dgm:cxn modelId="{04DA2A5D-27DE-47D1-8596-F9E86C4F3F6C}" srcId="{60C41242-9E29-49F3-8E48-3939520FC710}" destId="{BC18F08E-8F89-49D0-AD4B-FAE669260EAA}" srcOrd="0" destOrd="0" parTransId="{1EC7AF03-F35E-4385-A3F0-D30428766FCA}" sibTransId="{CC605A19-87C5-4D9B-B279-7E96982BDB52}"/>
    <dgm:cxn modelId="{BF0AE95F-6CE4-4550-B63F-C127D6F63145}" type="presOf" srcId="{BC18F08E-8F89-49D0-AD4B-FAE669260EAA}" destId="{399ECD00-1C46-46C3-B7FB-BFA44099E7B9}" srcOrd="0" destOrd="0" presId="urn:microsoft.com/office/officeart/2005/8/layout/hierarchy1"/>
    <dgm:cxn modelId="{984A0968-1F89-4E0D-9450-141565874362}" type="presOf" srcId="{48F634F7-F2C3-4BBF-B9EE-7F092AD33D45}" destId="{D5F46577-4C6C-42F7-B905-849752A6F329}" srcOrd="0" destOrd="0" presId="urn:microsoft.com/office/officeart/2005/8/layout/hierarchy1"/>
    <dgm:cxn modelId="{ACF2A6D9-9366-4F79-8DEA-D69ACCA6FBB9}" type="presOf" srcId="{60C41242-9E29-49F3-8E48-3939520FC710}" destId="{142C0C6A-0768-4F1C-9249-1F7B3736953D}" srcOrd="0" destOrd="0" presId="urn:microsoft.com/office/officeart/2005/8/layout/hierarchy1"/>
    <dgm:cxn modelId="{AAEDE5EC-8E6E-402A-BEF6-F36F34458E53}" srcId="{60C41242-9E29-49F3-8E48-3939520FC710}" destId="{48F634F7-F2C3-4BBF-B9EE-7F092AD33D45}" srcOrd="1" destOrd="0" parTransId="{2DEFF594-912A-4A9B-BEF5-B74E465C2C08}" sibTransId="{1A8C5732-46AB-44AE-9339-42240402CE51}"/>
    <dgm:cxn modelId="{5A1985AF-B95C-41B9-8D4D-ECC1C1E151D7}" type="presParOf" srcId="{142C0C6A-0768-4F1C-9249-1F7B3736953D}" destId="{1D0974A0-A0F8-4271-8227-C1680E2F43DD}" srcOrd="0" destOrd="0" presId="urn:microsoft.com/office/officeart/2005/8/layout/hierarchy1"/>
    <dgm:cxn modelId="{3664BE7C-9A62-46F3-AE64-797FB3B70606}" type="presParOf" srcId="{1D0974A0-A0F8-4271-8227-C1680E2F43DD}" destId="{71FE1419-7024-4381-B9AA-2F9D23B44A1E}" srcOrd="0" destOrd="0" presId="urn:microsoft.com/office/officeart/2005/8/layout/hierarchy1"/>
    <dgm:cxn modelId="{A404A5C6-F6FB-4454-8598-7DF1382A9D01}" type="presParOf" srcId="{71FE1419-7024-4381-B9AA-2F9D23B44A1E}" destId="{12DB28FD-3AD1-40EB-87F0-99DFFA361C4C}" srcOrd="0" destOrd="0" presId="urn:microsoft.com/office/officeart/2005/8/layout/hierarchy1"/>
    <dgm:cxn modelId="{3B411014-6433-48FA-B7D8-08194DA6AF2E}" type="presParOf" srcId="{71FE1419-7024-4381-B9AA-2F9D23B44A1E}" destId="{399ECD00-1C46-46C3-B7FB-BFA44099E7B9}" srcOrd="1" destOrd="0" presId="urn:microsoft.com/office/officeart/2005/8/layout/hierarchy1"/>
    <dgm:cxn modelId="{CC6A0C5D-63B2-442C-B003-3DBBD097FE01}" type="presParOf" srcId="{1D0974A0-A0F8-4271-8227-C1680E2F43DD}" destId="{54CA1D39-B713-43B5-985B-ED22EA716456}" srcOrd="1" destOrd="0" presId="urn:microsoft.com/office/officeart/2005/8/layout/hierarchy1"/>
    <dgm:cxn modelId="{10790FB3-5D1F-4964-9194-440944557984}" type="presParOf" srcId="{142C0C6A-0768-4F1C-9249-1F7B3736953D}" destId="{664AAFCF-ADF4-442D-AF94-BE543D85D0FE}" srcOrd="1" destOrd="0" presId="urn:microsoft.com/office/officeart/2005/8/layout/hierarchy1"/>
    <dgm:cxn modelId="{5A245528-CB69-4205-9DD1-4F4E2F50599F}" type="presParOf" srcId="{664AAFCF-ADF4-442D-AF94-BE543D85D0FE}" destId="{588E7A92-92E0-4525-A902-E0E0FBA68870}" srcOrd="0" destOrd="0" presId="urn:microsoft.com/office/officeart/2005/8/layout/hierarchy1"/>
    <dgm:cxn modelId="{37E0DE36-1853-414B-8D83-6313E4E4A5A4}" type="presParOf" srcId="{588E7A92-92E0-4525-A902-E0E0FBA68870}" destId="{B2AF715A-60EE-453F-A8C1-F511602BA074}" srcOrd="0" destOrd="0" presId="urn:microsoft.com/office/officeart/2005/8/layout/hierarchy1"/>
    <dgm:cxn modelId="{1942E624-7EF2-4E93-B5A0-F0824E463F75}" type="presParOf" srcId="{588E7A92-92E0-4525-A902-E0E0FBA68870}" destId="{D5F46577-4C6C-42F7-B905-849752A6F329}" srcOrd="1" destOrd="0" presId="urn:microsoft.com/office/officeart/2005/8/layout/hierarchy1"/>
    <dgm:cxn modelId="{B98C0AD2-F41A-4BD2-A0A0-BB15F9B0B287}" type="presParOf" srcId="{664AAFCF-ADF4-442D-AF94-BE543D85D0FE}" destId="{C412D5DC-E221-4724-A1AB-10A96CCF76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8906FD-91AC-4E46-A72B-91204CF0CE9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ED69CA-3D86-4693-A36D-2520BBDBEC26}">
      <dgm:prSet/>
      <dgm:spPr/>
      <dgm:t>
        <a:bodyPr/>
        <a:lstStyle/>
        <a:p>
          <a:r>
            <a:rPr lang="en-IN" b="1"/>
            <a:t>No access to cluster resources</a:t>
          </a:r>
          <a:endParaRPr lang="en-US"/>
        </a:p>
      </dgm:t>
    </dgm:pt>
    <dgm:pt modelId="{798A9DA3-6F4D-487D-A6C6-98D5F21DE8B9}" type="parTrans" cxnId="{672F945D-63C2-4B16-86BA-1D8A9E54E24E}">
      <dgm:prSet/>
      <dgm:spPr/>
      <dgm:t>
        <a:bodyPr/>
        <a:lstStyle/>
        <a:p>
          <a:endParaRPr lang="en-US"/>
        </a:p>
      </dgm:t>
    </dgm:pt>
    <dgm:pt modelId="{A8F3B35D-5E0C-40F0-BD33-F27F80491485}" type="sibTrans" cxnId="{672F945D-63C2-4B16-86BA-1D8A9E54E24E}">
      <dgm:prSet/>
      <dgm:spPr/>
      <dgm:t>
        <a:bodyPr/>
        <a:lstStyle/>
        <a:p>
          <a:endParaRPr lang="en-US"/>
        </a:p>
      </dgm:t>
    </dgm:pt>
    <dgm:pt modelId="{F13C0B5D-E4EE-4276-8188-FA4CAF57D013}">
      <dgm:prSet/>
      <dgm:spPr/>
      <dgm:t>
        <a:bodyPr/>
        <a:lstStyle/>
        <a:p>
          <a:r>
            <a:rPr lang="en-IN" b="1"/>
            <a:t>No data reading</a:t>
          </a:r>
          <a:endParaRPr lang="en-US"/>
        </a:p>
      </dgm:t>
    </dgm:pt>
    <dgm:pt modelId="{0F4294FC-17AD-4AB4-AA5A-D8E08BEC3D3D}" type="parTrans" cxnId="{8F278355-8B1C-48CD-A9B6-CC3A4635D119}">
      <dgm:prSet/>
      <dgm:spPr/>
      <dgm:t>
        <a:bodyPr/>
        <a:lstStyle/>
        <a:p>
          <a:endParaRPr lang="en-US"/>
        </a:p>
      </dgm:t>
    </dgm:pt>
    <dgm:pt modelId="{2C0C41F8-EFE8-4A64-B0E1-81CB1AEA2065}" type="sibTrans" cxnId="{8F278355-8B1C-48CD-A9B6-CC3A4635D119}">
      <dgm:prSet/>
      <dgm:spPr/>
      <dgm:t>
        <a:bodyPr/>
        <a:lstStyle/>
        <a:p>
          <a:endParaRPr lang="en-US"/>
        </a:p>
      </dgm:t>
    </dgm:pt>
    <dgm:pt modelId="{1C7FC82A-79B5-46EE-953A-6F97A48A2867}">
      <dgm:prSet/>
      <dgm:spPr/>
      <dgm:t>
        <a:bodyPr/>
        <a:lstStyle/>
        <a:p>
          <a:r>
            <a:rPr lang="en-IN" b="1"/>
            <a:t>No DataFrames</a:t>
          </a:r>
          <a:endParaRPr lang="en-US"/>
        </a:p>
      </dgm:t>
    </dgm:pt>
    <dgm:pt modelId="{0E3C1BAA-11F3-458E-8018-451E49405C8D}" type="parTrans" cxnId="{ABBFDC17-F25D-441A-966D-891D29460F77}">
      <dgm:prSet/>
      <dgm:spPr/>
      <dgm:t>
        <a:bodyPr/>
        <a:lstStyle/>
        <a:p>
          <a:endParaRPr lang="en-US"/>
        </a:p>
      </dgm:t>
    </dgm:pt>
    <dgm:pt modelId="{E1E24A2F-1A53-4A9F-9A8D-62DCDEB1F1B5}" type="sibTrans" cxnId="{ABBFDC17-F25D-441A-966D-891D29460F77}">
      <dgm:prSet/>
      <dgm:spPr/>
      <dgm:t>
        <a:bodyPr/>
        <a:lstStyle/>
        <a:p>
          <a:endParaRPr lang="en-US"/>
        </a:p>
      </dgm:t>
    </dgm:pt>
    <dgm:pt modelId="{3D2FED4A-07AE-4AF2-BD47-039F2DAEFEEE}">
      <dgm:prSet/>
      <dgm:spPr/>
      <dgm:t>
        <a:bodyPr/>
        <a:lstStyle/>
        <a:p>
          <a:r>
            <a:rPr lang="en-IN" b="1"/>
            <a:t>No analytics</a:t>
          </a:r>
          <a:endParaRPr lang="en-US"/>
        </a:p>
      </dgm:t>
    </dgm:pt>
    <dgm:pt modelId="{2CD7ECC6-5C5D-4EF4-B25E-A714C68BCED4}" type="parTrans" cxnId="{30925D58-6BA3-43FD-BB99-E53832DCC880}">
      <dgm:prSet/>
      <dgm:spPr/>
      <dgm:t>
        <a:bodyPr/>
        <a:lstStyle/>
        <a:p>
          <a:endParaRPr lang="en-US"/>
        </a:p>
      </dgm:t>
    </dgm:pt>
    <dgm:pt modelId="{3E427A20-96FC-4BEF-8218-539CC60BE894}" type="sibTrans" cxnId="{30925D58-6BA3-43FD-BB99-E53832DCC880}">
      <dgm:prSet/>
      <dgm:spPr/>
      <dgm:t>
        <a:bodyPr/>
        <a:lstStyle/>
        <a:p>
          <a:endParaRPr lang="en-US"/>
        </a:p>
      </dgm:t>
    </dgm:pt>
    <dgm:pt modelId="{D97FE4F0-D812-4292-8406-235E038B778F}">
      <dgm:prSet/>
      <dgm:spPr/>
      <dgm:t>
        <a:bodyPr/>
        <a:lstStyle/>
        <a:p>
          <a:r>
            <a:rPr lang="en-IN" b="1"/>
            <a:t>Analogy</a:t>
          </a:r>
          <a:endParaRPr lang="en-US"/>
        </a:p>
      </dgm:t>
    </dgm:pt>
    <dgm:pt modelId="{6B15FF26-9523-4020-8D67-8109E79A20E8}" type="parTrans" cxnId="{3BED9898-1F85-4004-B514-7B3EF58D1B13}">
      <dgm:prSet/>
      <dgm:spPr/>
      <dgm:t>
        <a:bodyPr/>
        <a:lstStyle/>
        <a:p>
          <a:endParaRPr lang="en-US"/>
        </a:p>
      </dgm:t>
    </dgm:pt>
    <dgm:pt modelId="{CA1DB440-A2D4-4A61-A3B5-1BE6BDD9D937}" type="sibTrans" cxnId="{3BED9898-1F85-4004-B514-7B3EF58D1B13}">
      <dgm:prSet/>
      <dgm:spPr/>
      <dgm:t>
        <a:bodyPr/>
        <a:lstStyle/>
        <a:p>
          <a:endParaRPr lang="en-US"/>
        </a:p>
      </dgm:t>
    </dgm:pt>
    <dgm:pt modelId="{4B829A7A-4278-4C5C-8479-404441B0D65F}">
      <dgm:prSet/>
      <dgm:spPr/>
      <dgm:t>
        <a:bodyPr/>
        <a:lstStyle/>
        <a:p>
          <a:r>
            <a:rPr lang="en-IN" b="1"/>
            <a:t>Session = “Logged-in workspace”</a:t>
          </a:r>
          <a:endParaRPr lang="en-US"/>
        </a:p>
      </dgm:t>
    </dgm:pt>
    <dgm:pt modelId="{B807B477-4F1C-47CE-88AC-0548E180061E}" type="parTrans" cxnId="{234DB730-8EE1-478C-8720-C8F37ADE8AF1}">
      <dgm:prSet/>
      <dgm:spPr/>
      <dgm:t>
        <a:bodyPr/>
        <a:lstStyle/>
        <a:p>
          <a:endParaRPr lang="en-US"/>
        </a:p>
      </dgm:t>
    </dgm:pt>
    <dgm:pt modelId="{CDA7EDF2-6C85-486F-86A7-D3E4288AF2C1}" type="sibTrans" cxnId="{234DB730-8EE1-478C-8720-C8F37ADE8AF1}">
      <dgm:prSet/>
      <dgm:spPr/>
      <dgm:t>
        <a:bodyPr/>
        <a:lstStyle/>
        <a:p>
          <a:endParaRPr lang="en-US"/>
        </a:p>
      </dgm:t>
    </dgm:pt>
    <dgm:pt modelId="{F87F6DED-B0B5-4757-9C92-FE782BBCE3FB}">
      <dgm:prSet/>
      <dgm:spPr/>
      <dgm:t>
        <a:bodyPr/>
        <a:lstStyle/>
        <a:p>
          <a:r>
            <a:rPr lang="en-IN" b="1"/>
            <a:t>Without login → you cannot access files, tools, or compute</a:t>
          </a:r>
          <a:endParaRPr lang="en-US"/>
        </a:p>
      </dgm:t>
    </dgm:pt>
    <dgm:pt modelId="{4810D6E4-BF45-4E7A-BFA1-CAC60EE2ECA7}" type="parTrans" cxnId="{B38DECF8-6420-4462-A92C-CB0F5283E817}">
      <dgm:prSet/>
      <dgm:spPr/>
      <dgm:t>
        <a:bodyPr/>
        <a:lstStyle/>
        <a:p>
          <a:endParaRPr lang="en-US"/>
        </a:p>
      </dgm:t>
    </dgm:pt>
    <dgm:pt modelId="{0C138E2F-0715-4970-B90F-E2776F84AF55}" type="sibTrans" cxnId="{B38DECF8-6420-4462-A92C-CB0F5283E817}">
      <dgm:prSet/>
      <dgm:spPr/>
      <dgm:t>
        <a:bodyPr/>
        <a:lstStyle/>
        <a:p>
          <a:endParaRPr lang="en-US"/>
        </a:p>
      </dgm:t>
    </dgm:pt>
    <dgm:pt modelId="{DE3A4351-B785-4EDE-B05F-8C55769816FA}" type="pres">
      <dgm:prSet presAssocID="{198906FD-91AC-4E46-A72B-91204CF0CE98}" presName="diagram" presStyleCnt="0">
        <dgm:presLayoutVars>
          <dgm:dir/>
          <dgm:resizeHandles val="exact"/>
        </dgm:presLayoutVars>
      </dgm:prSet>
      <dgm:spPr/>
    </dgm:pt>
    <dgm:pt modelId="{DF279A44-7FF5-4595-B4B5-3AD85A18D2ED}" type="pres">
      <dgm:prSet presAssocID="{D3ED69CA-3D86-4693-A36D-2520BBDBEC26}" presName="node" presStyleLbl="node1" presStyleIdx="0" presStyleCnt="7">
        <dgm:presLayoutVars>
          <dgm:bulletEnabled val="1"/>
        </dgm:presLayoutVars>
      </dgm:prSet>
      <dgm:spPr/>
    </dgm:pt>
    <dgm:pt modelId="{5FF00276-27B4-41CA-9A50-331B56F03EB4}" type="pres">
      <dgm:prSet presAssocID="{A8F3B35D-5E0C-40F0-BD33-F27F80491485}" presName="sibTrans" presStyleCnt="0"/>
      <dgm:spPr/>
    </dgm:pt>
    <dgm:pt modelId="{ACE4D25B-C602-40D5-8FD4-8162C7EE933E}" type="pres">
      <dgm:prSet presAssocID="{F13C0B5D-E4EE-4276-8188-FA4CAF57D013}" presName="node" presStyleLbl="node1" presStyleIdx="1" presStyleCnt="7">
        <dgm:presLayoutVars>
          <dgm:bulletEnabled val="1"/>
        </dgm:presLayoutVars>
      </dgm:prSet>
      <dgm:spPr/>
    </dgm:pt>
    <dgm:pt modelId="{1522CF32-43DB-4C42-B081-8389E8798187}" type="pres">
      <dgm:prSet presAssocID="{2C0C41F8-EFE8-4A64-B0E1-81CB1AEA2065}" presName="sibTrans" presStyleCnt="0"/>
      <dgm:spPr/>
    </dgm:pt>
    <dgm:pt modelId="{F8433FDB-0CF8-4590-AC98-DB91FF036741}" type="pres">
      <dgm:prSet presAssocID="{1C7FC82A-79B5-46EE-953A-6F97A48A2867}" presName="node" presStyleLbl="node1" presStyleIdx="2" presStyleCnt="7">
        <dgm:presLayoutVars>
          <dgm:bulletEnabled val="1"/>
        </dgm:presLayoutVars>
      </dgm:prSet>
      <dgm:spPr/>
    </dgm:pt>
    <dgm:pt modelId="{CE998951-B791-443E-8947-A504EB58D43B}" type="pres">
      <dgm:prSet presAssocID="{E1E24A2F-1A53-4A9F-9A8D-62DCDEB1F1B5}" presName="sibTrans" presStyleCnt="0"/>
      <dgm:spPr/>
    </dgm:pt>
    <dgm:pt modelId="{37DCA36D-F488-42B2-8E59-AD18EF08F30D}" type="pres">
      <dgm:prSet presAssocID="{3D2FED4A-07AE-4AF2-BD47-039F2DAEFEEE}" presName="node" presStyleLbl="node1" presStyleIdx="3" presStyleCnt="7">
        <dgm:presLayoutVars>
          <dgm:bulletEnabled val="1"/>
        </dgm:presLayoutVars>
      </dgm:prSet>
      <dgm:spPr/>
    </dgm:pt>
    <dgm:pt modelId="{528C0355-2B78-45F7-8413-28F3E2323E2F}" type="pres">
      <dgm:prSet presAssocID="{3E427A20-96FC-4BEF-8218-539CC60BE894}" presName="sibTrans" presStyleCnt="0"/>
      <dgm:spPr/>
    </dgm:pt>
    <dgm:pt modelId="{565EBBCC-0DF6-4696-A6C9-D9E86DC50E88}" type="pres">
      <dgm:prSet presAssocID="{D97FE4F0-D812-4292-8406-235E038B778F}" presName="node" presStyleLbl="node1" presStyleIdx="4" presStyleCnt="7">
        <dgm:presLayoutVars>
          <dgm:bulletEnabled val="1"/>
        </dgm:presLayoutVars>
      </dgm:prSet>
      <dgm:spPr/>
    </dgm:pt>
    <dgm:pt modelId="{99876069-B118-4B23-AF06-367587A3B4E4}" type="pres">
      <dgm:prSet presAssocID="{CA1DB440-A2D4-4A61-A3B5-1BE6BDD9D937}" presName="sibTrans" presStyleCnt="0"/>
      <dgm:spPr/>
    </dgm:pt>
    <dgm:pt modelId="{0197B74C-E342-42D1-BDC5-38AEEDEAB080}" type="pres">
      <dgm:prSet presAssocID="{4B829A7A-4278-4C5C-8479-404441B0D65F}" presName="node" presStyleLbl="node1" presStyleIdx="5" presStyleCnt="7">
        <dgm:presLayoutVars>
          <dgm:bulletEnabled val="1"/>
        </dgm:presLayoutVars>
      </dgm:prSet>
      <dgm:spPr/>
    </dgm:pt>
    <dgm:pt modelId="{BE7299A9-1167-4183-8B8F-6BA29EA99C6F}" type="pres">
      <dgm:prSet presAssocID="{CDA7EDF2-6C85-486F-86A7-D3E4288AF2C1}" presName="sibTrans" presStyleCnt="0"/>
      <dgm:spPr/>
    </dgm:pt>
    <dgm:pt modelId="{C0D3E213-AA48-41E8-A803-33EFF8797344}" type="pres">
      <dgm:prSet presAssocID="{F87F6DED-B0B5-4757-9C92-FE782BBCE3FB}" presName="node" presStyleLbl="node1" presStyleIdx="6" presStyleCnt="7">
        <dgm:presLayoutVars>
          <dgm:bulletEnabled val="1"/>
        </dgm:presLayoutVars>
      </dgm:prSet>
      <dgm:spPr/>
    </dgm:pt>
  </dgm:ptLst>
  <dgm:cxnLst>
    <dgm:cxn modelId="{ABBFDC17-F25D-441A-966D-891D29460F77}" srcId="{198906FD-91AC-4E46-A72B-91204CF0CE98}" destId="{1C7FC82A-79B5-46EE-953A-6F97A48A2867}" srcOrd="2" destOrd="0" parTransId="{0E3C1BAA-11F3-458E-8018-451E49405C8D}" sibTransId="{E1E24A2F-1A53-4A9F-9A8D-62DCDEB1F1B5}"/>
    <dgm:cxn modelId="{6933CA2A-34C2-48A9-96D0-587A41AEEDFE}" type="presOf" srcId="{F13C0B5D-E4EE-4276-8188-FA4CAF57D013}" destId="{ACE4D25B-C602-40D5-8FD4-8162C7EE933E}" srcOrd="0" destOrd="0" presId="urn:microsoft.com/office/officeart/2005/8/layout/default"/>
    <dgm:cxn modelId="{234DB730-8EE1-478C-8720-C8F37ADE8AF1}" srcId="{198906FD-91AC-4E46-A72B-91204CF0CE98}" destId="{4B829A7A-4278-4C5C-8479-404441B0D65F}" srcOrd="5" destOrd="0" parTransId="{B807B477-4F1C-47CE-88AC-0548E180061E}" sibTransId="{CDA7EDF2-6C85-486F-86A7-D3E4288AF2C1}"/>
    <dgm:cxn modelId="{672F945D-63C2-4B16-86BA-1D8A9E54E24E}" srcId="{198906FD-91AC-4E46-A72B-91204CF0CE98}" destId="{D3ED69CA-3D86-4693-A36D-2520BBDBEC26}" srcOrd="0" destOrd="0" parTransId="{798A9DA3-6F4D-487D-A6C6-98D5F21DE8B9}" sibTransId="{A8F3B35D-5E0C-40F0-BD33-F27F80491485}"/>
    <dgm:cxn modelId="{ED97724C-C624-4D8D-97AF-665F00B64898}" type="presOf" srcId="{1C7FC82A-79B5-46EE-953A-6F97A48A2867}" destId="{F8433FDB-0CF8-4590-AC98-DB91FF036741}" srcOrd="0" destOrd="0" presId="urn:microsoft.com/office/officeart/2005/8/layout/default"/>
    <dgm:cxn modelId="{89D4A472-A4A4-4687-96C7-78E4740BBADE}" type="presOf" srcId="{4B829A7A-4278-4C5C-8479-404441B0D65F}" destId="{0197B74C-E342-42D1-BDC5-38AEEDEAB080}" srcOrd="0" destOrd="0" presId="urn:microsoft.com/office/officeart/2005/8/layout/default"/>
    <dgm:cxn modelId="{8F278355-8B1C-48CD-A9B6-CC3A4635D119}" srcId="{198906FD-91AC-4E46-A72B-91204CF0CE98}" destId="{F13C0B5D-E4EE-4276-8188-FA4CAF57D013}" srcOrd="1" destOrd="0" parTransId="{0F4294FC-17AD-4AB4-AA5A-D8E08BEC3D3D}" sibTransId="{2C0C41F8-EFE8-4A64-B0E1-81CB1AEA2065}"/>
    <dgm:cxn modelId="{30925D58-6BA3-43FD-BB99-E53832DCC880}" srcId="{198906FD-91AC-4E46-A72B-91204CF0CE98}" destId="{3D2FED4A-07AE-4AF2-BD47-039F2DAEFEEE}" srcOrd="3" destOrd="0" parTransId="{2CD7ECC6-5C5D-4EF4-B25E-A714C68BCED4}" sibTransId="{3E427A20-96FC-4BEF-8218-539CC60BE894}"/>
    <dgm:cxn modelId="{8745E882-3A56-4E03-BAC5-F6D86A93C7DB}" type="presOf" srcId="{D3ED69CA-3D86-4693-A36D-2520BBDBEC26}" destId="{DF279A44-7FF5-4595-B4B5-3AD85A18D2ED}" srcOrd="0" destOrd="0" presId="urn:microsoft.com/office/officeart/2005/8/layout/default"/>
    <dgm:cxn modelId="{3BED9898-1F85-4004-B514-7B3EF58D1B13}" srcId="{198906FD-91AC-4E46-A72B-91204CF0CE98}" destId="{D97FE4F0-D812-4292-8406-235E038B778F}" srcOrd="4" destOrd="0" parTransId="{6B15FF26-9523-4020-8D67-8109E79A20E8}" sibTransId="{CA1DB440-A2D4-4A61-A3B5-1BE6BDD9D937}"/>
    <dgm:cxn modelId="{BEE48E9C-D43B-41C3-B8E7-20A810FEFBA1}" type="presOf" srcId="{198906FD-91AC-4E46-A72B-91204CF0CE98}" destId="{DE3A4351-B785-4EDE-B05F-8C55769816FA}" srcOrd="0" destOrd="0" presId="urn:microsoft.com/office/officeart/2005/8/layout/default"/>
    <dgm:cxn modelId="{4F99F3A7-8F02-4620-9797-375C1B36EDEA}" type="presOf" srcId="{3D2FED4A-07AE-4AF2-BD47-039F2DAEFEEE}" destId="{37DCA36D-F488-42B2-8E59-AD18EF08F30D}" srcOrd="0" destOrd="0" presId="urn:microsoft.com/office/officeart/2005/8/layout/default"/>
    <dgm:cxn modelId="{FF3892AD-718F-4DB3-B8CF-609F69FC4EAB}" type="presOf" srcId="{F87F6DED-B0B5-4757-9C92-FE782BBCE3FB}" destId="{C0D3E213-AA48-41E8-A803-33EFF8797344}" srcOrd="0" destOrd="0" presId="urn:microsoft.com/office/officeart/2005/8/layout/default"/>
    <dgm:cxn modelId="{8A08C6BB-2B27-46AC-A602-7B91BFEA294B}" type="presOf" srcId="{D97FE4F0-D812-4292-8406-235E038B778F}" destId="{565EBBCC-0DF6-4696-A6C9-D9E86DC50E88}" srcOrd="0" destOrd="0" presId="urn:microsoft.com/office/officeart/2005/8/layout/default"/>
    <dgm:cxn modelId="{B38DECF8-6420-4462-A92C-CB0F5283E817}" srcId="{198906FD-91AC-4E46-A72B-91204CF0CE98}" destId="{F87F6DED-B0B5-4757-9C92-FE782BBCE3FB}" srcOrd="6" destOrd="0" parTransId="{4810D6E4-BF45-4E7A-BFA1-CAC60EE2ECA7}" sibTransId="{0C138E2F-0715-4970-B90F-E2776F84AF55}"/>
    <dgm:cxn modelId="{7CEFA50A-7F87-4728-8BFA-79B5E2D02129}" type="presParOf" srcId="{DE3A4351-B785-4EDE-B05F-8C55769816FA}" destId="{DF279A44-7FF5-4595-B4B5-3AD85A18D2ED}" srcOrd="0" destOrd="0" presId="urn:microsoft.com/office/officeart/2005/8/layout/default"/>
    <dgm:cxn modelId="{4FB33434-A635-433E-9DAD-146201E36E3B}" type="presParOf" srcId="{DE3A4351-B785-4EDE-B05F-8C55769816FA}" destId="{5FF00276-27B4-41CA-9A50-331B56F03EB4}" srcOrd="1" destOrd="0" presId="urn:microsoft.com/office/officeart/2005/8/layout/default"/>
    <dgm:cxn modelId="{353D28F5-67EE-4DA4-8580-1FB6E1C7EDBA}" type="presParOf" srcId="{DE3A4351-B785-4EDE-B05F-8C55769816FA}" destId="{ACE4D25B-C602-40D5-8FD4-8162C7EE933E}" srcOrd="2" destOrd="0" presId="urn:microsoft.com/office/officeart/2005/8/layout/default"/>
    <dgm:cxn modelId="{C445A8A3-8D0D-45AA-876B-A644DC8DC469}" type="presParOf" srcId="{DE3A4351-B785-4EDE-B05F-8C55769816FA}" destId="{1522CF32-43DB-4C42-B081-8389E8798187}" srcOrd="3" destOrd="0" presId="urn:microsoft.com/office/officeart/2005/8/layout/default"/>
    <dgm:cxn modelId="{79F0717F-AFC3-47FA-B7CF-34905AB69296}" type="presParOf" srcId="{DE3A4351-B785-4EDE-B05F-8C55769816FA}" destId="{F8433FDB-0CF8-4590-AC98-DB91FF036741}" srcOrd="4" destOrd="0" presId="urn:microsoft.com/office/officeart/2005/8/layout/default"/>
    <dgm:cxn modelId="{8EDCF6E5-EB05-4BA3-8765-CACEE33A9E19}" type="presParOf" srcId="{DE3A4351-B785-4EDE-B05F-8C55769816FA}" destId="{CE998951-B791-443E-8947-A504EB58D43B}" srcOrd="5" destOrd="0" presId="urn:microsoft.com/office/officeart/2005/8/layout/default"/>
    <dgm:cxn modelId="{81D1B8C5-691C-48D1-A6E5-42C9C69C9CCA}" type="presParOf" srcId="{DE3A4351-B785-4EDE-B05F-8C55769816FA}" destId="{37DCA36D-F488-42B2-8E59-AD18EF08F30D}" srcOrd="6" destOrd="0" presId="urn:microsoft.com/office/officeart/2005/8/layout/default"/>
    <dgm:cxn modelId="{EAF803BA-56BB-45F9-B053-103EC912F7D6}" type="presParOf" srcId="{DE3A4351-B785-4EDE-B05F-8C55769816FA}" destId="{528C0355-2B78-45F7-8413-28F3E2323E2F}" srcOrd="7" destOrd="0" presId="urn:microsoft.com/office/officeart/2005/8/layout/default"/>
    <dgm:cxn modelId="{AD9B1929-CEA9-4B02-A60E-21B67C32088A}" type="presParOf" srcId="{DE3A4351-B785-4EDE-B05F-8C55769816FA}" destId="{565EBBCC-0DF6-4696-A6C9-D9E86DC50E88}" srcOrd="8" destOrd="0" presId="urn:microsoft.com/office/officeart/2005/8/layout/default"/>
    <dgm:cxn modelId="{C4BCE162-1DEE-4884-AE5D-BBDD65BB6004}" type="presParOf" srcId="{DE3A4351-B785-4EDE-B05F-8C55769816FA}" destId="{99876069-B118-4B23-AF06-367587A3B4E4}" srcOrd="9" destOrd="0" presId="urn:microsoft.com/office/officeart/2005/8/layout/default"/>
    <dgm:cxn modelId="{18CD9A0B-F1AB-47A7-8D80-7639F6AA7CF5}" type="presParOf" srcId="{DE3A4351-B785-4EDE-B05F-8C55769816FA}" destId="{0197B74C-E342-42D1-BDC5-38AEEDEAB080}" srcOrd="10" destOrd="0" presId="urn:microsoft.com/office/officeart/2005/8/layout/default"/>
    <dgm:cxn modelId="{33100ABA-6F02-4BD3-9389-5733B8B9CDE5}" type="presParOf" srcId="{DE3A4351-B785-4EDE-B05F-8C55769816FA}" destId="{BE7299A9-1167-4183-8B8F-6BA29EA99C6F}" srcOrd="11" destOrd="0" presId="urn:microsoft.com/office/officeart/2005/8/layout/default"/>
    <dgm:cxn modelId="{37B1415C-5317-45E9-8AFA-10238D011D05}" type="presParOf" srcId="{DE3A4351-B785-4EDE-B05F-8C55769816FA}" destId="{C0D3E213-AA48-41E8-A803-33EFF879734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A41E4D-3F2C-4047-A178-A75631706594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CD2926-F302-4990-AE33-DC2BCE41C5DA}">
      <dgm:prSet/>
      <dgm:spPr/>
      <dgm:t>
        <a:bodyPr/>
        <a:lstStyle/>
        <a:p>
          <a:r>
            <a:rPr lang="en-IN" b="1"/>
            <a:t>Traditional data processing era (before Spark / Big Data)</a:t>
          </a:r>
          <a:endParaRPr lang="en-US"/>
        </a:p>
      </dgm:t>
    </dgm:pt>
    <dgm:pt modelId="{2451D841-D08C-49B3-B483-6D26EA77F5F1}" type="parTrans" cxnId="{B7790544-41BD-4284-895B-120B8FE2E247}">
      <dgm:prSet/>
      <dgm:spPr/>
      <dgm:t>
        <a:bodyPr/>
        <a:lstStyle/>
        <a:p>
          <a:endParaRPr lang="en-US"/>
        </a:p>
      </dgm:t>
    </dgm:pt>
    <dgm:pt modelId="{DC73CA50-AD4D-4CDC-B9F5-BCAC9989CB46}" type="sibTrans" cxnId="{B7790544-41BD-4284-895B-120B8FE2E247}">
      <dgm:prSet/>
      <dgm:spPr/>
      <dgm:t>
        <a:bodyPr/>
        <a:lstStyle/>
        <a:p>
          <a:endParaRPr lang="en-US"/>
        </a:p>
      </dgm:t>
    </dgm:pt>
    <dgm:pt modelId="{67D633D9-55B9-45DD-855E-63BB782CF30E}">
      <dgm:prSet/>
      <dgm:spPr/>
      <dgm:t>
        <a:bodyPr/>
        <a:lstStyle/>
        <a:p>
          <a:r>
            <a:rPr lang="en-IN" b="1"/>
            <a:t>Problems:</a:t>
          </a:r>
          <a:endParaRPr lang="en-US"/>
        </a:p>
      </dgm:t>
    </dgm:pt>
    <dgm:pt modelId="{E6A0E678-4731-4F5A-A330-D26ED14EE842}" type="parTrans" cxnId="{478899EC-3F0A-468B-B6E6-BDB99FB0BDED}">
      <dgm:prSet/>
      <dgm:spPr/>
      <dgm:t>
        <a:bodyPr/>
        <a:lstStyle/>
        <a:p>
          <a:endParaRPr lang="en-US"/>
        </a:p>
      </dgm:t>
    </dgm:pt>
    <dgm:pt modelId="{41C7E937-494D-4A91-868C-B964B93E9FA0}" type="sibTrans" cxnId="{478899EC-3F0A-468B-B6E6-BDB99FB0BDED}">
      <dgm:prSet/>
      <dgm:spPr/>
      <dgm:t>
        <a:bodyPr/>
        <a:lstStyle/>
        <a:p>
          <a:endParaRPr lang="en-US"/>
        </a:p>
      </dgm:t>
    </dgm:pt>
    <dgm:pt modelId="{F58C363D-8939-47F5-A160-7345AB235024}">
      <dgm:prSet/>
      <dgm:spPr/>
      <dgm:t>
        <a:bodyPr/>
        <a:lstStyle/>
        <a:p>
          <a:r>
            <a:rPr lang="en-IN" b="1"/>
            <a:t>Data stored in files or databases</a:t>
          </a:r>
          <a:endParaRPr lang="en-US"/>
        </a:p>
      </dgm:t>
    </dgm:pt>
    <dgm:pt modelId="{4A642A2D-0190-476C-9327-D486CBEA323D}" type="parTrans" cxnId="{908FD8DB-31E3-40B2-898D-C7F1FE0D5933}">
      <dgm:prSet/>
      <dgm:spPr/>
      <dgm:t>
        <a:bodyPr/>
        <a:lstStyle/>
        <a:p>
          <a:endParaRPr lang="en-US"/>
        </a:p>
      </dgm:t>
    </dgm:pt>
    <dgm:pt modelId="{DDF39EE9-8082-44D1-BD28-F807FA1FED03}" type="sibTrans" cxnId="{908FD8DB-31E3-40B2-898D-C7F1FE0D5933}">
      <dgm:prSet/>
      <dgm:spPr/>
      <dgm:t>
        <a:bodyPr/>
        <a:lstStyle/>
        <a:p>
          <a:endParaRPr lang="en-US"/>
        </a:p>
      </dgm:t>
    </dgm:pt>
    <dgm:pt modelId="{C861A8B8-C355-44DF-AF87-F735360DF3DF}">
      <dgm:prSet/>
      <dgm:spPr/>
      <dgm:t>
        <a:bodyPr/>
        <a:lstStyle/>
        <a:p>
          <a:r>
            <a:rPr lang="en-IN" b="1"/>
            <a:t>Each operation opened:</a:t>
          </a:r>
          <a:endParaRPr lang="en-US"/>
        </a:p>
      </dgm:t>
    </dgm:pt>
    <dgm:pt modelId="{135F2C62-CF43-44C4-940F-29D9D1C2F287}" type="parTrans" cxnId="{5C6F6030-77E5-4467-9508-B7BAD224B36E}">
      <dgm:prSet/>
      <dgm:spPr/>
      <dgm:t>
        <a:bodyPr/>
        <a:lstStyle/>
        <a:p>
          <a:endParaRPr lang="en-US"/>
        </a:p>
      </dgm:t>
    </dgm:pt>
    <dgm:pt modelId="{990B6CEF-7297-488A-AF5E-63BAC772DAA7}" type="sibTrans" cxnId="{5C6F6030-77E5-4467-9508-B7BAD224B36E}">
      <dgm:prSet/>
      <dgm:spPr/>
      <dgm:t>
        <a:bodyPr/>
        <a:lstStyle/>
        <a:p>
          <a:endParaRPr lang="en-US"/>
        </a:p>
      </dgm:t>
    </dgm:pt>
    <dgm:pt modelId="{3FD63468-9213-4E81-BD8D-02EA54B8CD4C}">
      <dgm:prSet/>
      <dgm:spPr/>
      <dgm:t>
        <a:bodyPr/>
        <a:lstStyle/>
        <a:p>
          <a:r>
            <a:rPr lang="en-IN" b="1"/>
            <a:t>New DB connection</a:t>
          </a:r>
          <a:endParaRPr lang="en-US"/>
        </a:p>
      </dgm:t>
    </dgm:pt>
    <dgm:pt modelId="{1C908B28-F31C-4835-BB54-5B7B8CAFC9AF}" type="parTrans" cxnId="{14678513-D15F-4D11-AB82-3A24C5333D38}">
      <dgm:prSet/>
      <dgm:spPr/>
      <dgm:t>
        <a:bodyPr/>
        <a:lstStyle/>
        <a:p>
          <a:endParaRPr lang="en-US"/>
        </a:p>
      </dgm:t>
    </dgm:pt>
    <dgm:pt modelId="{86FA6DB8-C333-4091-8796-2337D7D06AC4}" type="sibTrans" cxnId="{14678513-D15F-4D11-AB82-3A24C5333D38}">
      <dgm:prSet/>
      <dgm:spPr/>
      <dgm:t>
        <a:bodyPr/>
        <a:lstStyle/>
        <a:p>
          <a:endParaRPr lang="en-US"/>
        </a:p>
      </dgm:t>
    </dgm:pt>
    <dgm:pt modelId="{4E334AB4-6859-4574-9118-61FA779666BC}">
      <dgm:prSet/>
      <dgm:spPr/>
      <dgm:t>
        <a:bodyPr/>
        <a:lstStyle/>
        <a:p>
          <a:r>
            <a:rPr lang="en-IN" b="1"/>
            <a:t>New file handle</a:t>
          </a:r>
          <a:endParaRPr lang="en-US"/>
        </a:p>
      </dgm:t>
    </dgm:pt>
    <dgm:pt modelId="{4E93FD2F-8C8E-48CB-92CB-6F6B6C2052A8}" type="parTrans" cxnId="{01F3A1C6-65D4-4DA6-8506-7C8695E18ADB}">
      <dgm:prSet/>
      <dgm:spPr/>
      <dgm:t>
        <a:bodyPr/>
        <a:lstStyle/>
        <a:p>
          <a:endParaRPr lang="en-US"/>
        </a:p>
      </dgm:t>
    </dgm:pt>
    <dgm:pt modelId="{B0CCCEC7-647F-42CF-8F11-E7F77A6E185D}" type="sibTrans" cxnId="{01F3A1C6-65D4-4DA6-8506-7C8695E18ADB}">
      <dgm:prSet/>
      <dgm:spPr/>
      <dgm:t>
        <a:bodyPr/>
        <a:lstStyle/>
        <a:p>
          <a:endParaRPr lang="en-US"/>
        </a:p>
      </dgm:t>
    </dgm:pt>
    <dgm:pt modelId="{CF5061E7-2139-4D30-A359-37BC985DE9D6}">
      <dgm:prSet/>
      <dgm:spPr/>
      <dgm:t>
        <a:bodyPr/>
        <a:lstStyle/>
        <a:p>
          <a:r>
            <a:rPr lang="en-IN" b="1"/>
            <a:t>No shared state</a:t>
          </a:r>
          <a:endParaRPr lang="en-US"/>
        </a:p>
      </dgm:t>
    </dgm:pt>
    <dgm:pt modelId="{338A2C11-8ED0-4C40-978A-D1D96D79E1D0}" type="parTrans" cxnId="{85FBB352-8FB3-45D8-89AB-D4C0237DB2F6}">
      <dgm:prSet/>
      <dgm:spPr/>
      <dgm:t>
        <a:bodyPr/>
        <a:lstStyle/>
        <a:p>
          <a:endParaRPr lang="en-US"/>
        </a:p>
      </dgm:t>
    </dgm:pt>
    <dgm:pt modelId="{0EE05399-5A42-4F9B-BD55-DEA592665728}" type="sibTrans" cxnId="{85FBB352-8FB3-45D8-89AB-D4C0237DB2F6}">
      <dgm:prSet/>
      <dgm:spPr/>
      <dgm:t>
        <a:bodyPr/>
        <a:lstStyle/>
        <a:p>
          <a:endParaRPr lang="en-US"/>
        </a:p>
      </dgm:t>
    </dgm:pt>
    <dgm:pt modelId="{1CAFED35-4688-4E1F-8BF9-85F75EFCFAEA}">
      <dgm:prSet/>
      <dgm:spPr/>
      <dgm:t>
        <a:bodyPr/>
        <a:lstStyle/>
        <a:p>
          <a:r>
            <a:rPr lang="en-IN" b="1"/>
            <a:t>No optimization across steps</a:t>
          </a:r>
          <a:endParaRPr lang="en-US"/>
        </a:p>
      </dgm:t>
    </dgm:pt>
    <dgm:pt modelId="{6A79C527-0330-4056-BFD9-649C34262F9C}" type="parTrans" cxnId="{D9D84F7A-AFCF-49F9-A811-8295959C7931}">
      <dgm:prSet/>
      <dgm:spPr/>
      <dgm:t>
        <a:bodyPr/>
        <a:lstStyle/>
        <a:p>
          <a:endParaRPr lang="en-US"/>
        </a:p>
      </dgm:t>
    </dgm:pt>
    <dgm:pt modelId="{9BBC5D58-DB3C-43D0-AC80-61034B63E8DA}" type="sibTrans" cxnId="{D9D84F7A-AFCF-49F9-A811-8295959C7931}">
      <dgm:prSet/>
      <dgm:spPr/>
      <dgm:t>
        <a:bodyPr/>
        <a:lstStyle/>
        <a:p>
          <a:endParaRPr lang="en-US"/>
        </a:p>
      </dgm:t>
    </dgm:pt>
    <dgm:pt modelId="{40E2F175-71F1-4F2E-952E-C9741F4F89D5}" type="pres">
      <dgm:prSet presAssocID="{18A41E4D-3F2C-4047-A178-A75631706594}" presName="diagram" presStyleCnt="0">
        <dgm:presLayoutVars>
          <dgm:dir/>
          <dgm:resizeHandles val="exact"/>
        </dgm:presLayoutVars>
      </dgm:prSet>
      <dgm:spPr/>
    </dgm:pt>
    <dgm:pt modelId="{C8987AED-A94C-4E2A-98D8-857B1F5CB4D2}" type="pres">
      <dgm:prSet presAssocID="{C7CD2926-F302-4990-AE33-DC2BCE41C5DA}" presName="node" presStyleLbl="node1" presStyleIdx="0" presStyleCnt="6">
        <dgm:presLayoutVars>
          <dgm:bulletEnabled val="1"/>
        </dgm:presLayoutVars>
      </dgm:prSet>
      <dgm:spPr/>
    </dgm:pt>
    <dgm:pt modelId="{F1D2CB62-738D-471A-A356-3F66D83AF561}" type="pres">
      <dgm:prSet presAssocID="{DC73CA50-AD4D-4CDC-B9F5-BCAC9989CB46}" presName="sibTrans" presStyleCnt="0"/>
      <dgm:spPr/>
    </dgm:pt>
    <dgm:pt modelId="{5E07B7D4-155D-4CEC-9A41-2BB9B69C8749}" type="pres">
      <dgm:prSet presAssocID="{67D633D9-55B9-45DD-855E-63BB782CF30E}" presName="node" presStyleLbl="node1" presStyleIdx="1" presStyleCnt="6">
        <dgm:presLayoutVars>
          <dgm:bulletEnabled val="1"/>
        </dgm:presLayoutVars>
      </dgm:prSet>
      <dgm:spPr/>
    </dgm:pt>
    <dgm:pt modelId="{A7734A14-B2E1-4469-AC83-63ABE6D0A599}" type="pres">
      <dgm:prSet presAssocID="{41C7E937-494D-4A91-868C-B964B93E9FA0}" presName="sibTrans" presStyleCnt="0"/>
      <dgm:spPr/>
    </dgm:pt>
    <dgm:pt modelId="{0013F430-5B3F-46E6-8C40-6FF5CCC2E6C4}" type="pres">
      <dgm:prSet presAssocID="{F58C363D-8939-47F5-A160-7345AB235024}" presName="node" presStyleLbl="node1" presStyleIdx="2" presStyleCnt="6">
        <dgm:presLayoutVars>
          <dgm:bulletEnabled val="1"/>
        </dgm:presLayoutVars>
      </dgm:prSet>
      <dgm:spPr/>
    </dgm:pt>
    <dgm:pt modelId="{1797F129-422C-412A-B4C2-88747DB3FFEF}" type="pres">
      <dgm:prSet presAssocID="{DDF39EE9-8082-44D1-BD28-F807FA1FED03}" presName="sibTrans" presStyleCnt="0"/>
      <dgm:spPr/>
    </dgm:pt>
    <dgm:pt modelId="{ACC399C2-1F3D-4AE3-82A8-8830D7C9DEDC}" type="pres">
      <dgm:prSet presAssocID="{C861A8B8-C355-44DF-AF87-F735360DF3DF}" presName="node" presStyleLbl="node1" presStyleIdx="3" presStyleCnt="6">
        <dgm:presLayoutVars>
          <dgm:bulletEnabled val="1"/>
        </dgm:presLayoutVars>
      </dgm:prSet>
      <dgm:spPr/>
    </dgm:pt>
    <dgm:pt modelId="{E960C668-73E2-4E3B-A45F-EDC4336E4B1E}" type="pres">
      <dgm:prSet presAssocID="{990B6CEF-7297-488A-AF5E-63BAC772DAA7}" presName="sibTrans" presStyleCnt="0"/>
      <dgm:spPr/>
    </dgm:pt>
    <dgm:pt modelId="{CDA3978C-D1B2-4D04-BA54-7D00C4582570}" type="pres">
      <dgm:prSet presAssocID="{CF5061E7-2139-4D30-A359-37BC985DE9D6}" presName="node" presStyleLbl="node1" presStyleIdx="4" presStyleCnt="6">
        <dgm:presLayoutVars>
          <dgm:bulletEnabled val="1"/>
        </dgm:presLayoutVars>
      </dgm:prSet>
      <dgm:spPr/>
    </dgm:pt>
    <dgm:pt modelId="{EB50E9E9-E3BC-41FF-A75E-BAD753604120}" type="pres">
      <dgm:prSet presAssocID="{0EE05399-5A42-4F9B-BD55-DEA592665728}" presName="sibTrans" presStyleCnt="0"/>
      <dgm:spPr/>
    </dgm:pt>
    <dgm:pt modelId="{B7589845-FA03-499A-BF12-982241BCC476}" type="pres">
      <dgm:prSet presAssocID="{1CAFED35-4688-4E1F-8BF9-85F75EFCFAEA}" presName="node" presStyleLbl="node1" presStyleIdx="5" presStyleCnt="6">
        <dgm:presLayoutVars>
          <dgm:bulletEnabled val="1"/>
        </dgm:presLayoutVars>
      </dgm:prSet>
      <dgm:spPr/>
    </dgm:pt>
  </dgm:ptLst>
  <dgm:cxnLst>
    <dgm:cxn modelId="{50D22A0B-CAF5-4171-9CFE-F57F23A28FD2}" type="presOf" srcId="{67D633D9-55B9-45DD-855E-63BB782CF30E}" destId="{5E07B7D4-155D-4CEC-9A41-2BB9B69C8749}" srcOrd="0" destOrd="0" presId="urn:microsoft.com/office/officeart/2005/8/layout/default"/>
    <dgm:cxn modelId="{14678513-D15F-4D11-AB82-3A24C5333D38}" srcId="{C861A8B8-C355-44DF-AF87-F735360DF3DF}" destId="{3FD63468-9213-4E81-BD8D-02EA54B8CD4C}" srcOrd="0" destOrd="0" parTransId="{1C908B28-F31C-4835-BB54-5B7B8CAFC9AF}" sibTransId="{86FA6DB8-C333-4091-8796-2337D7D06AC4}"/>
    <dgm:cxn modelId="{252C9220-761F-43D0-B456-2FBC6DD72788}" type="presOf" srcId="{C7CD2926-F302-4990-AE33-DC2BCE41C5DA}" destId="{C8987AED-A94C-4E2A-98D8-857B1F5CB4D2}" srcOrd="0" destOrd="0" presId="urn:microsoft.com/office/officeart/2005/8/layout/default"/>
    <dgm:cxn modelId="{CA08DA29-C862-4DE4-AA13-28A5DDBCCC89}" type="presOf" srcId="{18A41E4D-3F2C-4047-A178-A75631706594}" destId="{40E2F175-71F1-4F2E-952E-C9741F4F89D5}" srcOrd="0" destOrd="0" presId="urn:microsoft.com/office/officeart/2005/8/layout/default"/>
    <dgm:cxn modelId="{069DC32F-73DC-42AF-B29E-DFD7C40617C7}" type="presOf" srcId="{3FD63468-9213-4E81-BD8D-02EA54B8CD4C}" destId="{ACC399C2-1F3D-4AE3-82A8-8830D7C9DEDC}" srcOrd="0" destOrd="1" presId="urn:microsoft.com/office/officeart/2005/8/layout/default"/>
    <dgm:cxn modelId="{5C6F6030-77E5-4467-9508-B7BAD224B36E}" srcId="{18A41E4D-3F2C-4047-A178-A75631706594}" destId="{C861A8B8-C355-44DF-AF87-F735360DF3DF}" srcOrd="3" destOrd="0" parTransId="{135F2C62-CF43-44C4-940F-29D9D1C2F287}" sibTransId="{990B6CEF-7297-488A-AF5E-63BAC772DAA7}"/>
    <dgm:cxn modelId="{B7790544-41BD-4284-895B-120B8FE2E247}" srcId="{18A41E4D-3F2C-4047-A178-A75631706594}" destId="{C7CD2926-F302-4990-AE33-DC2BCE41C5DA}" srcOrd="0" destOrd="0" parTransId="{2451D841-D08C-49B3-B483-6D26EA77F5F1}" sibTransId="{DC73CA50-AD4D-4CDC-B9F5-BCAC9989CB46}"/>
    <dgm:cxn modelId="{6F909A69-F46B-44FE-BDB6-3DA086FE5CB5}" type="presOf" srcId="{F58C363D-8939-47F5-A160-7345AB235024}" destId="{0013F430-5B3F-46E6-8C40-6FF5CCC2E6C4}" srcOrd="0" destOrd="0" presId="urn:microsoft.com/office/officeart/2005/8/layout/default"/>
    <dgm:cxn modelId="{85FBB352-8FB3-45D8-89AB-D4C0237DB2F6}" srcId="{18A41E4D-3F2C-4047-A178-A75631706594}" destId="{CF5061E7-2139-4D30-A359-37BC985DE9D6}" srcOrd="4" destOrd="0" parTransId="{338A2C11-8ED0-4C40-978A-D1D96D79E1D0}" sibTransId="{0EE05399-5A42-4F9B-BD55-DEA592665728}"/>
    <dgm:cxn modelId="{D9D84F7A-AFCF-49F9-A811-8295959C7931}" srcId="{18A41E4D-3F2C-4047-A178-A75631706594}" destId="{1CAFED35-4688-4E1F-8BF9-85F75EFCFAEA}" srcOrd="5" destOrd="0" parTransId="{6A79C527-0330-4056-BFD9-649C34262F9C}" sibTransId="{9BBC5D58-DB3C-43D0-AC80-61034B63E8DA}"/>
    <dgm:cxn modelId="{1CB9CC8A-08D2-4F89-A165-636BA6E785A4}" type="presOf" srcId="{4E334AB4-6859-4574-9118-61FA779666BC}" destId="{ACC399C2-1F3D-4AE3-82A8-8830D7C9DEDC}" srcOrd="0" destOrd="2" presId="urn:microsoft.com/office/officeart/2005/8/layout/default"/>
    <dgm:cxn modelId="{F0D5D78F-E89B-4804-9763-9BEFB14FC6D2}" type="presOf" srcId="{C861A8B8-C355-44DF-AF87-F735360DF3DF}" destId="{ACC399C2-1F3D-4AE3-82A8-8830D7C9DEDC}" srcOrd="0" destOrd="0" presId="urn:microsoft.com/office/officeart/2005/8/layout/default"/>
    <dgm:cxn modelId="{6201FA96-6685-4CC9-8F42-E6FD5E586D85}" type="presOf" srcId="{1CAFED35-4688-4E1F-8BF9-85F75EFCFAEA}" destId="{B7589845-FA03-499A-BF12-982241BCC476}" srcOrd="0" destOrd="0" presId="urn:microsoft.com/office/officeart/2005/8/layout/default"/>
    <dgm:cxn modelId="{04915EA1-7792-434F-AB8F-02F04A1D36C0}" type="presOf" srcId="{CF5061E7-2139-4D30-A359-37BC985DE9D6}" destId="{CDA3978C-D1B2-4D04-BA54-7D00C4582570}" srcOrd="0" destOrd="0" presId="urn:microsoft.com/office/officeart/2005/8/layout/default"/>
    <dgm:cxn modelId="{01F3A1C6-65D4-4DA6-8506-7C8695E18ADB}" srcId="{C861A8B8-C355-44DF-AF87-F735360DF3DF}" destId="{4E334AB4-6859-4574-9118-61FA779666BC}" srcOrd="1" destOrd="0" parTransId="{4E93FD2F-8C8E-48CB-92CB-6F6B6C2052A8}" sibTransId="{B0CCCEC7-647F-42CF-8F11-E7F77A6E185D}"/>
    <dgm:cxn modelId="{908FD8DB-31E3-40B2-898D-C7F1FE0D5933}" srcId="{18A41E4D-3F2C-4047-A178-A75631706594}" destId="{F58C363D-8939-47F5-A160-7345AB235024}" srcOrd="2" destOrd="0" parTransId="{4A642A2D-0190-476C-9327-D486CBEA323D}" sibTransId="{DDF39EE9-8082-44D1-BD28-F807FA1FED03}"/>
    <dgm:cxn modelId="{478899EC-3F0A-468B-B6E6-BDB99FB0BDED}" srcId="{18A41E4D-3F2C-4047-A178-A75631706594}" destId="{67D633D9-55B9-45DD-855E-63BB782CF30E}" srcOrd="1" destOrd="0" parTransId="{E6A0E678-4731-4F5A-A330-D26ED14EE842}" sibTransId="{41C7E937-494D-4A91-868C-B964B93E9FA0}"/>
    <dgm:cxn modelId="{706C4E6E-64E4-421F-BF1D-1FAC39939A0D}" type="presParOf" srcId="{40E2F175-71F1-4F2E-952E-C9741F4F89D5}" destId="{C8987AED-A94C-4E2A-98D8-857B1F5CB4D2}" srcOrd="0" destOrd="0" presId="urn:microsoft.com/office/officeart/2005/8/layout/default"/>
    <dgm:cxn modelId="{67954E53-182C-4648-B973-7079A3BA4442}" type="presParOf" srcId="{40E2F175-71F1-4F2E-952E-C9741F4F89D5}" destId="{F1D2CB62-738D-471A-A356-3F66D83AF561}" srcOrd="1" destOrd="0" presId="urn:microsoft.com/office/officeart/2005/8/layout/default"/>
    <dgm:cxn modelId="{6CBE7BEE-BAA6-4F5A-B079-40AA32F25D95}" type="presParOf" srcId="{40E2F175-71F1-4F2E-952E-C9741F4F89D5}" destId="{5E07B7D4-155D-4CEC-9A41-2BB9B69C8749}" srcOrd="2" destOrd="0" presId="urn:microsoft.com/office/officeart/2005/8/layout/default"/>
    <dgm:cxn modelId="{0016C6A5-774E-494E-A32A-B38751F2A736}" type="presParOf" srcId="{40E2F175-71F1-4F2E-952E-C9741F4F89D5}" destId="{A7734A14-B2E1-4469-AC83-63ABE6D0A599}" srcOrd="3" destOrd="0" presId="urn:microsoft.com/office/officeart/2005/8/layout/default"/>
    <dgm:cxn modelId="{6B795B60-3CBE-4DDF-A2AB-1FA410FBE960}" type="presParOf" srcId="{40E2F175-71F1-4F2E-952E-C9741F4F89D5}" destId="{0013F430-5B3F-46E6-8C40-6FF5CCC2E6C4}" srcOrd="4" destOrd="0" presId="urn:microsoft.com/office/officeart/2005/8/layout/default"/>
    <dgm:cxn modelId="{12B50912-4C91-4847-97B4-D0A5209410F6}" type="presParOf" srcId="{40E2F175-71F1-4F2E-952E-C9741F4F89D5}" destId="{1797F129-422C-412A-B4C2-88747DB3FFEF}" srcOrd="5" destOrd="0" presId="urn:microsoft.com/office/officeart/2005/8/layout/default"/>
    <dgm:cxn modelId="{14BC3D95-46B2-4E67-B5D1-8768368DF611}" type="presParOf" srcId="{40E2F175-71F1-4F2E-952E-C9741F4F89D5}" destId="{ACC399C2-1F3D-4AE3-82A8-8830D7C9DEDC}" srcOrd="6" destOrd="0" presId="urn:microsoft.com/office/officeart/2005/8/layout/default"/>
    <dgm:cxn modelId="{2EAA2DB0-78A9-4144-BF69-1016C71A0E71}" type="presParOf" srcId="{40E2F175-71F1-4F2E-952E-C9741F4F89D5}" destId="{E960C668-73E2-4E3B-A45F-EDC4336E4B1E}" srcOrd="7" destOrd="0" presId="urn:microsoft.com/office/officeart/2005/8/layout/default"/>
    <dgm:cxn modelId="{F3A84820-0146-4748-AEFF-766C255298DD}" type="presParOf" srcId="{40E2F175-71F1-4F2E-952E-C9741F4F89D5}" destId="{CDA3978C-D1B2-4D04-BA54-7D00C4582570}" srcOrd="8" destOrd="0" presId="urn:microsoft.com/office/officeart/2005/8/layout/default"/>
    <dgm:cxn modelId="{056F3F49-38D4-4915-B4CF-F004B4BBFCFC}" type="presParOf" srcId="{40E2F175-71F1-4F2E-952E-C9741F4F89D5}" destId="{EB50E9E9-E3BC-41FF-A75E-BAD753604120}" srcOrd="9" destOrd="0" presId="urn:microsoft.com/office/officeart/2005/8/layout/default"/>
    <dgm:cxn modelId="{4F28015B-CBA7-4FDA-A56C-D0BE02DC7715}" type="presParOf" srcId="{40E2F175-71F1-4F2E-952E-C9741F4F89D5}" destId="{B7589845-FA03-499A-BF12-982241BCC47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DE6977-33D2-4617-B3FE-E13D61A510A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5BCB71-EC39-4F4C-9F97-4B4B0D775FAC}">
      <dgm:prSet/>
      <dgm:spPr/>
      <dgm:t>
        <a:bodyPr/>
        <a:lstStyle/>
        <a:p>
          <a:r>
            <a:rPr lang="en-IN" b="1"/>
            <a:t>Example:</a:t>
          </a:r>
          <a:endParaRPr lang="en-US"/>
        </a:p>
      </dgm:t>
    </dgm:pt>
    <dgm:pt modelId="{A0BA336F-26F8-4165-A33F-9D87A14EB220}" type="parTrans" cxnId="{8600A9A1-D0BC-4603-BBC4-21BAC937C8C6}">
      <dgm:prSet/>
      <dgm:spPr/>
      <dgm:t>
        <a:bodyPr/>
        <a:lstStyle/>
        <a:p>
          <a:endParaRPr lang="en-US"/>
        </a:p>
      </dgm:t>
    </dgm:pt>
    <dgm:pt modelId="{64CAEFE4-72DA-4B49-A944-D332C1FBE1FE}" type="sibTrans" cxnId="{8600A9A1-D0BC-4603-BBC4-21BAC937C8C6}">
      <dgm:prSet/>
      <dgm:spPr/>
      <dgm:t>
        <a:bodyPr/>
        <a:lstStyle/>
        <a:p>
          <a:endParaRPr lang="en-US"/>
        </a:p>
      </dgm:t>
    </dgm:pt>
    <dgm:pt modelId="{E8EBF5F1-5777-4479-BE12-026619228596}">
      <dgm:prSet/>
      <dgm:spPr/>
      <dgm:t>
        <a:bodyPr/>
        <a:lstStyle/>
        <a:p>
          <a:r>
            <a:rPr lang="en-IN" b="1"/>
            <a:t>Read file → close</a:t>
          </a:r>
          <a:br>
            <a:rPr lang="en-IN" b="1"/>
          </a:br>
          <a:r>
            <a:rPr lang="en-IN" b="1"/>
            <a:t>Filter → reopen file</a:t>
          </a:r>
          <a:br>
            <a:rPr lang="en-IN" b="1"/>
          </a:br>
          <a:r>
            <a:rPr lang="en-IN" b="1"/>
            <a:t>Aggregate → reopen file again</a:t>
          </a:r>
          <a:endParaRPr lang="en-US"/>
        </a:p>
      </dgm:t>
    </dgm:pt>
    <dgm:pt modelId="{33A39DD6-CE1C-4F24-95FF-7E1440E14B00}" type="parTrans" cxnId="{B46ABF1E-3A0F-4CE0-B1E4-0C1989DF5335}">
      <dgm:prSet/>
      <dgm:spPr/>
      <dgm:t>
        <a:bodyPr/>
        <a:lstStyle/>
        <a:p>
          <a:endParaRPr lang="en-US"/>
        </a:p>
      </dgm:t>
    </dgm:pt>
    <dgm:pt modelId="{E222EEDB-E376-468C-B128-80199D4ED977}" type="sibTrans" cxnId="{B46ABF1E-3A0F-4CE0-B1E4-0C1989DF5335}">
      <dgm:prSet/>
      <dgm:spPr/>
      <dgm:t>
        <a:bodyPr/>
        <a:lstStyle/>
        <a:p>
          <a:endParaRPr lang="en-US"/>
        </a:p>
      </dgm:t>
    </dgm:pt>
    <dgm:pt modelId="{0C31ACF2-BBD1-49C0-84F8-A680B99439CA}">
      <dgm:prSet/>
      <dgm:spPr/>
      <dgm:t>
        <a:bodyPr/>
        <a:lstStyle/>
        <a:p>
          <a:r>
            <a:rPr lang="en-IN" b="1"/>
            <a:t>this results in </a:t>
          </a:r>
          <a:endParaRPr lang="en-US"/>
        </a:p>
      </dgm:t>
    </dgm:pt>
    <dgm:pt modelId="{ABA9D37F-5FBC-45B6-8EE6-F47BD1ADDEB2}" type="parTrans" cxnId="{627F379A-F1B5-4D44-87FC-8C0A3BC8D3A2}">
      <dgm:prSet/>
      <dgm:spPr/>
      <dgm:t>
        <a:bodyPr/>
        <a:lstStyle/>
        <a:p>
          <a:endParaRPr lang="en-US"/>
        </a:p>
      </dgm:t>
    </dgm:pt>
    <dgm:pt modelId="{BF9894BD-0A73-453D-9274-A1DFF9971C87}" type="sibTrans" cxnId="{627F379A-F1B5-4D44-87FC-8C0A3BC8D3A2}">
      <dgm:prSet/>
      <dgm:spPr/>
      <dgm:t>
        <a:bodyPr/>
        <a:lstStyle/>
        <a:p>
          <a:endParaRPr lang="en-US"/>
        </a:p>
      </dgm:t>
    </dgm:pt>
    <dgm:pt modelId="{A4AD2E95-AA84-4DA0-B761-474ED6AC9B77}">
      <dgm:prSet/>
      <dgm:spPr/>
      <dgm:t>
        <a:bodyPr/>
        <a:lstStyle/>
        <a:p>
          <a:r>
            <a:rPr lang="en-IN" b="1"/>
            <a:t>Slow</a:t>
          </a:r>
          <a:br>
            <a:rPr lang="en-IN" b="1"/>
          </a:br>
          <a:r>
            <a:rPr lang="en-IN" b="1"/>
            <a:t> Resource waste</a:t>
          </a:r>
          <a:br>
            <a:rPr lang="en-IN" b="1"/>
          </a:br>
          <a:r>
            <a:rPr lang="en-IN" b="1"/>
            <a:t> No query optimization</a:t>
          </a:r>
          <a:endParaRPr lang="en-US"/>
        </a:p>
      </dgm:t>
    </dgm:pt>
    <dgm:pt modelId="{66A29BC6-7958-4901-8F48-52405B0CAED8}" type="parTrans" cxnId="{2C1099AC-0917-4403-BD57-C4EC447F5C38}">
      <dgm:prSet/>
      <dgm:spPr/>
      <dgm:t>
        <a:bodyPr/>
        <a:lstStyle/>
        <a:p>
          <a:endParaRPr lang="en-US"/>
        </a:p>
      </dgm:t>
    </dgm:pt>
    <dgm:pt modelId="{BB4F0771-37C5-4739-8F11-70DD85EF4D6D}" type="sibTrans" cxnId="{2C1099AC-0917-4403-BD57-C4EC447F5C38}">
      <dgm:prSet/>
      <dgm:spPr/>
      <dgm:t>
        <a:bodyPr/>
        <a:lstStyle/>
        <a:p>
          <a:endParaRPr lang="en-US"/>
        </a:p>
      </dgm:t>
    </dgm:pt>
    <dgm:pt modelId="{E93B7862-7F84-4742-8762-45E8B13504BC}" type="pres">
      <dgm:prSet presAssocID="{86DE6977-33D2-4617-B3FE-E13D61A510A2}" presName="linear" presStyleCnt="0">
        <dgm:presLayoutVars>
          <dgm:animLvl val="lvl"/>
          <dgm:resizeHandles val="exact"/>
        </dgm:presLayoutVars>
      </dgm:prSet>
      <dgm:spPr/>
    </dgm:pt>
    <dgm:pt modelId="{06BBCAF0-2130-477F-8C2A-117D5E8353FB}" type="pres">
      <dgm:prSet presAssocID="{D55BCB71-EC39-4F4C-9F97-4B4B0D775F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EED586-EC6C-4601-BDFE-6C952453241F}" type="pres">
      <dgm:prSet presAssocID="{64CAEFE4-72DA-4B49-A944-D332C1FBE1FE}" presName="spacer" presStyleCnt="0"/>
      <dgm:spPr/>
    </dgm:pt>
    <dgm:pt modelId="{7A5C1B04-9BBE-4836-81AD-C821758BD40A}" type="pres">
      <dgm:prSet presAssocID="{E8EBF5F1-5777-4479-BE12-0266192285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FC638C-7375-4BED-8647-45C1008F09DB}" type="pres">
      <dgm:prSet presAssocID="{E222EEDB-E376-468C-B128-80199D4ED977}" presName="spacer" presStyleCnt="0"/>
      <dgm:spPr/>
    </dgm:pt>
    <dgm:pt modelId="{90E161AF-E357-4AE0-BBCC-1F1EF6958BFE}" type="pres">
      <dgm:prSet presAssocID="{0C31ACF2-BBD1-49C0-84F8-A680B99439C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9BA021-D30E-4197-86EF-2C8DBB65249B}" type="pres">
      <dgm:prSet presAssocID="{BF9894BD-0A73-453D-9274-A1DFF9971C87}" presName="spacer" presStyleCnt="0"/>
      <dgm:spPr/>
    </dgm:pt>
    <dgm:pt modelId="{4F211565-F037-4F22-9750-A4B850995CD8}" type="pres">
      <dgm:prSet presAssocID="{A4AD2E95-AA84-4DA0-B761-474ED6AC9B7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886B1D-9E84-4DC4-81C2-260BF9939E40}" type="presOf" srcId="{86DE6977-33D2-4617-B3FE-E13D61A510A2}" destId="{E93B7862-7F84-4742-8762-45E8B13504BC}" srcOrd="0" destOrd="0" presId="urn:microsoft.com/office/officeart/2005/8/layout/vList2"/>
    <dgm:cxn modelId="{B46ABF1E-3A0F-4CE0-B1E4-0C1989DF5335}" srcId="{86DE6977-33D2-4617-B3FE-E13D61A510A2}" destId="{E8EBF5F1-5777-4479-BE12-026619228596}" srcOrd="1" destOrd="0" parTransId="{33A39DD6-CE1C-4F24-95FF-7E1440E14B00}" sibTransId="{E222EEDB-E376-468C-B128-80199D4ED977}"/>
    <dgm:cxn modelId="{605F462F-9E17-4372-AE32-431067078026}" type="presOf" srcId="{D55BCB71-EC39-4F4C-9F97-4B4B0D775FAC}" destId="{06BBCAF0-2130-477F-8C2A-117D5E8353FB}" srcOrd="0" destOrd="0" presId="urn:microsoft.com/office/officeart/2005/8/layout/vList2"/>
    <dgm:cxn modelId="{8098D58D-BF36-4180-B621-2A8472D9C9F7}" type="presOf" srcId="{E8EBF5F1-5777-4479-BE12-026619228596}" destId="{7A5C1B04-9BBE-4836-81AD-C821758BD40A}" srcOrd="0" destOrd="0" presId="urn:microsoft.com/office/officeart/2005/8/layout/vList2"/>
    <dgm:cxn modelId="{17267D96-FE9A-422C-BCF7-B11A5F006752}" type="presOf" srcId="{A4AD2E95-AA84-4DA0-B761-474ED6AC9B77}" destId="{4F211565-F037-4F22-9750-A4B850995CD8}" srcOrd="0" destOrd="0" presId="urn:microsoft.com/office/officeart/2005/8/layout/vList2"/>
    <dgm:cxn modelId="{627F379A-F1B5-4D44-87FC-8C0A3BC8D3A2}" srcId="{86DE6977-33D2-4617-B3FE-E13D61A510A2}" destId="{0C31ACF2-BBD1-49C0-84F8-A680B99439CA}" srcOrd="2" destOrd="0" parTransId="{ABA9D37F-5FBC-45B6-8EE6-F47BD1ADDEB2}" sibTransId="{BF9894BD-0A73-453D-9274-A1DFF9971C87}"/>
    <dgm:cxn modelId="{8600A9A1-D0BC-4603-BBC4-21BAC937C8C6}" srcId="{86DE6977-33D2-4617-B3FE-E13D61A510A2}" destId="{D55BCB71-EC39-4F4C-9F97-4B4B0D775FAC}" srcOrd="0" destOrd="0" parTransId="{A0BA336F-26F8-4165-A33F-9D87A14EB220}" sibTransId="{64CAEFE4-72DA-4B49-A944-D332C1FBE1FE}"/>
    <dgm:cxn modelId="{2C1099AC-0917-4403-BD57-C4EC447F5C38}" srcId="{86DE6977-33D2-4617-B3FE-E13D61A510A2}" destId="{A4AD2E95-AA84-4DA0-B761-474ED6AC9B77}" srcOrd="3" destOrd="0" parTransId="{66A29BC6-7958-4901-8F48-52405B0CAED8}" sibTransId="{BB4F0771-37C5-4739-8F11-70DD85EF4D6D}"/>
    <dgm:cxn modelId="{150997C9-83C0-4394-9F5D-A0EEE11D9AA0}" type="presOf" srcId="{0C31ACF2-BBD1-49C0-84F8-A680B99439CA}" destId="{90E161AF-E357-4AE0-BBCC-1F1EF6958BFE}" srcOrd="0" destOrd="0" presId="urn:microsoft.com/office/officeart/2005/8/layout/vList2"/>
    <dgm:cxn modelId="{8476B256-3908-43E9-AE97-12AE3311BD40}" type="presParOf" srcId="{E93B7862-7F84-4742-8762-45E8B13504BC}" destId="{06BBCAF0-2130-477F-8C2A-117D5E8353FB}" srcOrd="0" destOrd="0" presId="urn:microsoft.com/office/officeart/2005/8/layout/vList2"/>
    <dgm:cxn modelId="{699400B5-4462-4074-9F2C-1E06EC400896}" type="presParOf" srcId="{E93B7862-7F84-4742-8762-45E8B13504BC}" destId="{65EED586-EC6C-4601-BDFE-6C952453241F}" srcOrd="1" destOrd="0" presId="urn:microsoft.com/office/officeart/2005/8/layout/vList2"/>
    <dgm:cxn modelId="{3B80EC70-A777-455C-A02A-26C2133A971B}" type="presParOf" srcId="{E93B7862-7F84-4742-8762-45E8B13504BC}" destId="{7A5C1B04-9BBE-4836-81AD-C821758BD40A}" srcOrd="2" destOrd="0" presId="urn:microsoft.com/office/officeart/2005/8/layout/vList2"/>
    <dgm:cxn modelId="{BF74F9CA-1767-47C6-9316-CC5A8F07AECA}" type="presParOf" srcId="{E93B7862-7F84-4742-8762-45E8B13504BC}" destId="{65FC638C-7375-4BED-8647-45C1008F09DB}" srcOrd="3" destOrd="0" presId="urn:microsoft.com/office/officeart/2005/8/layout/vList2"/>
    <dgm:cxn modelId="{E9068AD3-2068-4864-9366-3239F8C43D79}" type="presParOf" srcId="{E93B7862-7F84-4742-8762-45E8B13504BC}" destId="{90E161AF-E357-4AE0-BBCC-1F1EF6958BFE}" srcOrd="4" destOrd="0" presId="urn:microsoft.com/office/officeart/2005/8/layout/vList2"/>
    <dgm:cxn modelId="{F269EBD3-48CE-4FEC-B9AC-90035BE33FF1}" type="presParOf" srcId="{E93B7862-7F84-4742-8762-45E8B13504BC}" destId="{579BA021-D30E-4197-86EF-2C8DBB65249B}" srcOrd="5" destOrd="0" presId="urn:microsoft.com/office/officeart/2005/8/layout/vList2"/>
    <dgm:cxn modelId="{084DABED-317C-4F9C-8DD5-AAC952F452E3}" type="presParOf" srcId="{E93B7862-7F84-4742-8762-45E8B13504BC}" destId="{4F211565-F037-4F22-9750-A4B850995C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728758-1279-4681-A2EE-249FFED55542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6D2AFF-F004-47C0-8596-CFF109435F76}">
      <dgm:prSet/>
      <dgm:spPr/>
      <dgm:t>
        <a:bodyPr/>
        <a:lstStyle/>
        <a:p>
          <a:r>
            <a:rPr lang="en-IN" b="1"/>
            <a:t>To maintain context and reuse resources across multiple operations.</a:t>
          </a:r>
          <a:endParaRPr lang="en-US"/>
        </a:p>
      </dgm:t>
    </dgm:pt>
    <dgm:pt modelId="{F270E12A-DB22-418B-A4D5-BDAA3F26342A}" type="parTrans" cxnId="{FCAB192B-3564-4D18-8BD3-B7166A63DDE2}">
      <dgm:prSet/>
      <dgm:spPr/>
      <dgm:t>
        <a:bodyPr/>
        <a:lstStyle/>
        <a:p>
          <a:endParaRPr lang="en-US"/>
        </a:p>
      </dgm:t>
    </dgm:pt>
    <dgm:pt modelId="{89CC7ACD-894F-414C-92D0-854A9D5F4CB9}" type="sibTrans" cxnId="{FCAB192B-3564-4D18-8BD3-B7166A63DDE2}">
      <dgm:prSet/>
      <dgm:spPr/>
      <dgm:t>
        <a:bodyPr/>
        <a:lstStyle/>
        <a:p>
          <a:endParaRPr lang="en-US"/>
        </a:p>
      </dgm:t>
    </dgm:pt>
    <dgm:pt modelId="{117F539D-46A6-4DAA-AF7F-121D78B3C741}">
      <dgm:prSet/>
      <dgm:spPr/>
      <dgm:t>
        <a:bodyPr/>
        <a:lstStyle/>
        <a:p>
          <a:r>
            <a:rPr lang="en-IN" b="1"/>
            <a:t>Sessions allowed:</a:t>
          </a:r>
          <a:endParaRPr lang="en-US"/>
        </a:p>
      </dgm:t>
    </dgm:pt>
    <dgm:pt modelId="{4FAC9CED-A964-48CD-82E0-5CAE9338AD5E}" type="parTrans" cxnId="{0ED0ED5A-9F18-49D3-8CE0-F136F467844C}">
      <dgm:prSet/>
      <dgm:spPr/>
      <dgm:t>
        <a:bodyPr/>
        <a:lstStyle/>
        <a:p>
          <a:endParaRPr lang="en-US"/>
        </a:p>
      </dgm:t>
    </dgm:pt>
    <dgm:pt modelId="{FB1B4658-B227-4226-8C61-681E48E5F77E}" type="sibTrans" cxnId="{0ED0ED5A-9F18-49D3-8CE0-F136F467844C}">
      <dgm:prSet/>
      <dgm:spPr/>
      <dgm:t>
        <a:bodyPr/>
        <a:lstStyle/>
        <a:p>
          <a:endParaRPr lang="en-US"/>
        </a:p>
      </dgm:t>
    </dgm:pt>
    <dgm:pt modelId="{21C6A7D9-3C81-4306-81DD-64958E409411}">
      <dgm:prSet/>
      <dgm:spPr/>
      <dgm:t>
        <a:bodyPr/>
        <a:lstStyle/>
        <a:p>
          <a:r>
            <a:rPr lang="en-IN" b="1"/>
            <a:t>Reuse memory</a:t>
          </a:r>
          <a:endParaRPr lang="en-US"/>
        </a:p>
      </dgm:t>
    </dgm:pt>
    <dgm:pt modelId="{41A07AE3-C559-47F2-B1A2-C8C2882CD48A}" type="parTrans" cxnId="{B55F4B6C-3D4C-486F-895A-C47C06114767}">
      <dgm:prSet/>
      <dgm:spPr/>
      <dgm:t>
        <a:bodyPr/>
        <a:lstStyle/>
        <a:p>
          <a:endParaRPr lang="en-US"/>
        </a:p>
      </dgm:t>
    </dgm:pt>
    <dgm:pt modelId="{FC0445AF-89E9-468C-8826-3B07AE6F280F}" type="sibTrans" cxnId="{B55F4B6C-3D4C-486F-895A-C47C06114767}">
      <dgm:prSet/>
      <dgm:spPr/>
      <dgm:t>
        <a:bodyPr/>
        <a:lstStyle/>
        <a:p>
          <a:endParaRPr lang="en-US"/>
        </a:p>
      </dgm:t>
    </dgm:pt>
    <dgm:pt modelId="{BA16DF7D-99C5-4CF7-B9AD-C2B07820D4B0}">
      <dgm:prSet/>
      <dgm:spPr/>
      <dgm:t>
        <a:bodyPr/>
        <a:lstStyle/>
        <a:p>
          <a:r>
            <a:rPr lang="en-IN" b="1"/>
            <a:t>Share metadata</a:t>
          </a:r>
          <a:endParaRPr lang="en-US"/>
        </a:p>
      </dgm:t>
    </dgm:pt>
    <dgm:pt modelId="{52CC3AB5-B5BF-4058-8A4C-276097980C9E}" type="parTrans" cxnId="{67F4DD45-E976-436B-956D-36FB90EA328F}">
      <dgm:prSet/>
      <dgm:spPr/>
      <dgm:t>
        <a:bodyPr/>
        <a:lstStyle/>
        <a:p>
          <a:endParaRPr lang="en-US"/>
        </a:p>
      </dgm:t>
    </dgm:pt>
    <dgm:pt modelId="{9BDDBFE0-06EB-4031-ADD9-A10B741193D7}" type="sibTrans" cxnId="{67F4DD45-E976-436B-956D-36FB90EA328F}">
      <dgm:prSet/>
      <dgm:spPr/>
      <dgm:t>
        <a:bodyPr/>
        <a:lstStyle/>
        <a:p>
          <a:endParaRPr lang="en-US"/>
        </a:p>
      </dgm:t>
    </dgm:pt>
    <dgm:pt modelId="{8C1643CA-505E-4C84-80C8-9830A5C86048}">
      <dgm:prSet/>
      <dgm:spPr/>
      <dgm:t>
        <a:bodyPr/>
        <a:lstStyle/>
        <a:p>
          <a:r>
            <a:rPr lang="en-IN" b="1"/>
            <a:t>Maintain execution plans</a:t>
          </a:r>
          <a:endParaRPr lang="en-US"/>
        </a:p>
      </dgm:t>
    </dgm:pt>
    <dgm:pt modelId="{FDA238B0-B89D-49C5-A0F2-ACB8B4888E40}" type="parTrans" cxnId="{3783B113-9CCE-4CF9-812A-8120AF452F58}">
      <dgm:prSet/>
      <dgm:spPr/>
      <dgm:t>
        <a:bodyPr/>
        <a:lstStyle/>
        <a:p>
          <a:endParaRPr lang="en-US"/>
        </a:p>
      </dgm:t>
    </dgm:pt>
    <dgm:pt modelId="{DDFF599A-506D-4A3E-B543-5D31C2FC940B}" type="sibTrans" cxnId="{3783B113-9CCE-4CF9-812A-8120AF452F58}">
      <dgm:prSet/>
      <dgm:spPr/>
      <dgm:t>
        <a:bodyPr/>
        <a:lstStyle/>
        <a:p>
          <a:endParaRPr lang="en-US"/>
        </a:p>
      </dgm:t>
    </dgm:pt>
    <dgm:pt modelId="{085BB261-B4C4-439A-A77A-38453830B788}" type="pres">
      <dgm:prSet presAssocID="{66728758-1279-4681-A2EE-249FFED55542}" presName="vert0" presStyleCnt="0">
        <dgm:presLayoutVars>
          <dgm:dir/>
          <dgm:animOne val="branch"/>
          <dgm:animLvl val="lvl"/>
        </dgm:presLayoutVars>
      </dgm:prSet>
      <dgm:spPr/>
    </dgm:pt>
    <dgm:pt modelId="{42953F86-57EB-424C-AF8C-E49DDB7EC82D}" type="pres">
      <dgm:prSet presAssocID="{816D2AFF-F004-47C0-8596-CFF109435F76}" presName="thickLine" presStyleLbl="alignNode1" presStyleIdx="0" presStyleCnt="5"/>
      <dgm:spPr/>
    </dgm:pt>
    <dgm:pt modelId="{9405F40C-5A81-4E13-BD1C-953A6628CD52}" type="pres">
      <dgm:prSet presAssocID="{816D2AFF-F004-47C0-8596-CFF109435F76}" presName="horz1" presStyleCnt="0"/>
      <dgm:spPr/>
    </dgm:pt>
    <dgm:pt modelId="{F30D767B-9BE0-4271-8ABD-1046705532CB}" type="pres">
      <dgm:prSet presAssocID="{816D2AFF-F004-47C0-8596-CFF109435F76}" presName="tx1" presStyleLbl="revTx" presStyleIdx="0" presStyleCnt="5"/>
      <dgm:spPr/>
    </dgm:pt>
    <dgm:pt modelId="{D907B058-8E06-441E-8808-AA036B36C65B}" type="pres">
      <dgm:prSet presAssocID="{816D2AFF-F004-47C0-8596-CFF109435F76}" presName="vert1" presStyleCnt="0"/>
      <dgm:spPr/>
    </dgm:pt>
    <dgm:pt modelId="{F365DB23-593C-4430-9ED6-5332D8D67961}" type="pres">
      <dgm:prSet presAssocID="{117F539D-46A6-4DAA-AF7F-121D78B3C741}" presName="thickLine" presStyleLbl="alignNode1" presStyleIdx="1" presStyleCnt="5"/>
      <dgm:spPr/>
    </dgm:pt>
    <dgm:pt modelId="{18B732C9-42F0-4961-8B45-61BA18C90FCF}" type="pres">
      <dgm:prSet presAssocID="{117F539D-46A6-4DAA-AF7F-121D78B3C741}" presName="horz1" presStyleCnt="0"/>
      <dgm:spPr/>
    </dgm:pt>
    <dgm:pt modelId="{CA97E53E-84E4-4186-9D1F-1791A258DABF}" type="pres">
      <dgm:prSet presAssocID="{117F539D-46A6-4DAA-AF7F-121D78B3C741}" presName="tx1" presStyleLbl="revTx" presStyleIdx="1" presStyleCnt="5"/>
      <dgm:spPr/>
    </dgm:pt>
    <dgm:pt modelId="{6660CA1F-883B-499D-B5C0-DCFAE6210167}" type="pres">
      <dgm:prSet presAssocID="{117F539D-46A6-4DAA-AF7F-121D78B3C741}" presName="vert1" presStyleCnt="0"/>
      <dgm:spPr/>
    </dgm:pt>
    <dgm:pt modelId="{A8A70AB5-15B4-42F3-8BDD-6D7293833A5B}" type="pres">
      <dgm:prSet presAssocID="{21C6A7D9-3C81-4306-81DD-64958E409411}" presName="thickLine" presStyleLbl="alignNode1" presStyleIdx="2" presStyleCnt="5"/>
      <dgm:spPr/>
    </dgm:pt>
    <dgm:pt modelId="{C86DF15F-6A16-4B42-B2FC-0E56505C97DF}" type="pres">
      <dgm:prSet presAssocID="{21C6A7D9-3C81-4306-81DD-64958E409411}" presName="horz1" presStyleCnt="0"/>
      <dgm:spPr/>
    </dgm:pt>
    <dgm:pt modelId="{D27CAC1F-619E-4C67-A110-C7805876256D}" type="pres">
      <dgm:prSet presAssocID="{21C6A7D9-3C81-4306-81DD-64958E409411}" presName="tx1" presStyleLbl="revTx" presStyleIdx="2" presStyleCnt="5"/>
      <dgm:spPr/>
    </dgm:pt>
    <dgm:pt modelId="{C4011890-AB3D-4F39-BF24-7E1E08FD12E6}" type="pres">
      <dgm:prSet presAssocID="{21C6A7D9-3C81-4306-81DD-64958E409411}" presName="vert1" presStyleCnt="0"/>
      <dgm:spPr/>
    </dgm:pt>
    <dgm:pt modelId="{23D027E2-788E-4374-8460-F330F691A493}" type="pres">
      <dgm:prSet presAssocID="{BA16DF7D-99C5-4CF7-B9AD-C2B07820D4B0}" presName="thickLine" presStyleLbl="alignNode1" presStyleIdx="3" presStyleCnt="5"/>
      <dgm:spPr/>
    </dgm:pt>
    <dgm:pt modelId="{69EE2621-21BC-450A-90BA-AFC2B40F2219}" type="pres">
      <dgm:prSet presAssocID="{BA16DF7D-99C5-4CF7-B9AD-C2B07820D4B0}" presName="horz1" presStyleCnt="0"/>
      <dgm:spPr/>
    </dgm:pt>
    <dgm:pt modelId="{20FE1F5C-A730-4405-8E34-8AAC8F6B646C}" type="pres">
      <dgm:prSet presAssocID="{BA16DF7D-99C5-4CF7-B9AD-C2B07820D4B0}" presName="tx1" presStyleLbl="revTx" presStyleIdx="3" presStyleCnt="5"/>
      <dgm:spPr/>
    </dgm:pt>
    <dgm:pt modelId="{5A7F114F-0AA1-4DCD-8846-649259FA647A}" type="pres">
      <dgm:prSet presAssocID="{BA16DF7D-99C5-4CF7-B9AD-C2B07820D4B0}" presName="vert1" presStyleCnt="0"/>
      <dgm:spPr/>
    </dgm:pt>
    <dgm:pt modelId="{4F4C0460-0843-4C11-A1F8-8A0072AC982C}" type="pres">
      <dgm:prSet presAssocID="{8C1643CA-505E-4C84-80C8-9830A5C86048}" presName="thickLine" presStyleLbl="alignNode1" presStyleIdx="4" presStyleCnt="5"/>
      <dgm:spPr/>
    </dgm:pt>
    <dgm:pt modelId="{B8E4FE1C-0D4F-40D0-857B-5F537B829956}" type="pres">
      <dgm:prSet presAssocID="{8C1643CA-505E-4C84-80C8-9830A5C86048}" presName="horz1" presStyleCnt="0"/>
      <dgm:spPr/>
    </dgm:pt>
    <dgm:pt modelId="{A6E313C6-218A-421A-AB97-0A68418587CE}" type="pres">
      <dgm:prSet presAssocID="{8C1643CA-505E-4C84-80C8-9830A5C86048}" presName="tx1" presStyleLbl="revTx" presStyleIdx="4" presStyleCnt="5"/>
      <dgm:spPr/>
    </dgm:pt>
    <dgm:pt modelId="{C1216C08-B110-4D31-AD71-DCAA7278DF12}" type="pres">
      <dgm:prSet presAssocID="{8C1643CA-505E-4C84-80C8-9830A5C86048}" presName="vert1" presStyleCnt="0"/>
      <dgm:spPr/>
    </dgm:pt>
  </dgm:ptLst>
  <dgm:cxnLst>
    <dgm:cxn modelId="{3783B113-9CCE-4CF9-812A-8120AF452F58}" srcId="{66728758-1279-4681-A2EE-249FFED55542}" destId="{8C1643CA-505E-4C84-80C8-9830A5C86048}" srcOrd="4" destOrd="0" parTransId="{FDA238B0-B89D-49C5-A0F2-ACB8B4888E40}" sibTransId="{DDFF599A-506D-4A3E-B543-5D31C2FC940B}"/>
    <dgm:cxn modelId="{8A444F28-4FB7-4383-8557-62702DE6EAD1}" type="presOf" srcId="{66728758-1279-4681-A2EE-249FFED55542}" destId="{085BB261-B4C4-439A-A77A-38453830B788}" srcOrd="0" destOrd="0" presId="urn:microsoft.com/office/officeart/2008/layout/LinedList"/>
    <dgm:cxn modelId="{F24AF428-681B-4580-9AEC-4858D526B312}" type="presOf" srcId="{BA16DF7D-99C5-4CF7-B9AD-C2B07820D4B0}" destId="{20FE1F5C-A730-4405-8E34-8AAC8F6B646C}" srcOrd="0" destOrd="0" presId="urn:microsoft.com/office/officeart/2008/layout/LinedList"/>
    <dgm:cxn modelId="{FCAB192B-3564-4D18-8BD3-B7166A63DDE2}" srcId="{66728758-1279-4681-A2EE-249FFED55542}" destId="{816D2AFF-F004-47C0-8596-CFF109435F76}" srcOrd="0" destOrd="0" parTransId="{F270E12A-DB22-418B-A4D5-BDAA3F26342A}" sibTransId="{89CC7ACD-894F-414C-92D0-854A9D5F4CB9}"/>
    <dgm:cxn modelId="{67F4DD45-E976-436B-956D-36FB90EA328F}" srcId="{66728758-1279-4681-A2EE-249FFED55542}" destId="{BA16DF7D-99C5-4CF7-B9AD-C2B07820D4B0}" srcOrd="3" destOrd="0" parTransId="{52CC3AB5-B5BF-4058-8A4C-276097980C9E}" sibTransId="{9BDDBFE0-06EB-4031-ADD9-A10B741193D7}"/>
    <dgm:cxn modelId="{B55F4B6C-3D4C-486F-895A-C47C06114767}" srcId="{66728758-1279-4681-A2EE-249FFED55542}" destId="{21C6A7D9-3C81-4306-81DD-64958E409411}" srcOrd="2" destOrd="0" parTransId="{41A07AE3-C559-47F2-B1A2-C8C2882CD48A}" sibTransId="{FC0445AF-89E9-468C-8826-3B07AE6F280F}"/>
    <dgm:cxn modelId="{4FB5D377-E942-4174-B31C-38B15A24E183}" type="presOf" srcId="{117F539D-46A6-4DAA-AF7F-121D78B3C741}" destId="{CA97E53E-84E4-4186-9D1F-1791A258DABF}" srcOrd="0" destOrd="0" presId="urn:microsoft.com/office/officeart/2008/layout/LinedList"/>
    <dgm:cxn modelId="{0ED0ED5A-9F18-49D3-8CE0-F136F467844C}" srcId="{66728758-1279-4681-A2EE-249FFED55542}" destId="{117F539D-46A6-4DAA-AF7F-121D78B3C741}" srcOrd="1" destOrd="0" parTransId="{4FAC9CED-A964-48CD-82E0-5CAE9338AD5E}" sibTransId="{FB1B4658-B227-4226-8C61-681E48E5F77E}"/>
    <dgm:cxn modelId="{00C9629C-DB43-4A9C-93E1-B096F3DADA74}" type="presOf" srcId="{21C6A7D9-3C81-4306-81DD-64958E409411}" destId="{D27CAC1F-619E-4C67-A110-C7805876256D}" srcOrd="0" destOrd="0" presId="urn:microsoft.com/office/officeart/2008/layout/LinedList"/>
    <dgm:cxn modelId="{066154A6-B4A0-41B6-83F3-8CC6097C924B}" type="presOf" srcId="{816D2AFF-F004-47C0-8596-CFF109435F76}" destId="{F30D767B-9BE0-4271-8ABD-1046705532CB}" srcOrd="0" destOrd="0" presId="urn:microsoft.com/office/officeart/2008/layout/LinedList"/>
    <dgm:cxn modelId="{2212DDE2-462C-4A45-B739-E510EF2971CD}" type="presOf" srcId="{8C1643CA-505E-4C84-80C8-9830A5C86048}" destId="{A6E313C6-218A-421A-AB97-0A68418587CE}" srcOrd="0" destOrd="0" presId="urn:microsoft.com/office/officeart/2008/layout/LinedList"/>
    <dgm:cxn modelId="{EFDBAA5F-3486-4111-8B1B-E026688A7FCA}" type="presParOf" srcId="{085BB261-B4C4-439A-A77A-38453830B788}" destId="{42953F86-57EB-424C-AF8C-E49DDB7EC82D}" srcOrd="0" destOrd="0" presId="urn:microsoft.com/office/officeart/2008/layout/LinedList"/>
    <dgm:cxn modelId="{03554B00-9EC3-4BAD-8907-C3531D6BA333}" type="presParOf" srcId="{085BB261-B4C4-439A-A77A-38453830B788}" destId="{9405F40C-5A81-4E13-BD1C-953A6628CD52}" srcOrd="1" destOrd="0" presId="urn:microsoft.com/office/officeart/2008/layout/LinedList"/>
    <dgm:cxn modelId="{11246DB4-C0ED-4BBA-88C0-2AEB865FD627}" type="presParOf" srcId="{9405F40C-5A81-4E13-BD1C-953A6628CD52}" destId="{F30D767B-9BE0-4271-8ABD-1046705532CB}" srcOrd="0" destOrd="0" presId="urn:microsoft.com/office/officeart/2008/layout/LinedList"/>
    <dgm:cxn modelId="{1B7B20E3-C6FC-409D-86FC-7903212ADE6C}" type="presParOf" srcId="{9405F40C-5A81-4E13-BD1C-953A6628CD52}" destId="{D907B058-8E06-441E-8808-AA036B36C65B}" srcOrd="1" destOrd="0" presId="urn:microsoft.com/office/officeart/2008/layout/LinedList"/>
    <dgm:cxn modelId="{68099A70-7689-413C-87DB-47779D46B8D5}" type="presParOf" srcId="{085BB261-B4C4-439A-A77A-38453830B788}" destId="{F365DB23-593C-4430-9ED6-5332D8D67961}" srcOrd="2" destOrd="0" presId="urn:microsoft.com/office/officeart/2008/layout/LinedList"/>
    <dgm:cxn modelId="{4B3B027C-7EB4-465C-8886-C9C855078036}" type="presParOf" srcId="{085BB261-B4C4-439A-A77A-38453830B788}" destId="{18B732C9-42F0-4961-8B45-61BA18C90FCF}" srcOrd="3" destOrd="0" presId="urn:microsoft.com/office/officeart/2008/layout/LinedList"/>
    <dgm:cxn modelId="{B5D5C8DA-5398-4272-8E43-6CAE2CD642C6}" type="presParOf" srcId="{18B732C9-42F0-4961-8B45-61BA18C90FCF}" destId="{CA97E53E-84E4-4186-9D1F-1791A258DABF}" srcOrd="0" destOrd="0" presId="urn:microsoft.com/office/officeart/2008/layout/LinedList"/>
    <dgm:cxn modelId="{A1083D76-BDE0-4313-BD8B-E84DD1DA7452}" type="presParOf" srcId="{18B732C9-42F0-4961-8B45-61BA18C90FCF}" destId="{6660CA1F-883B-499D-B5C0-DCFAE6210167}" srcOrd="1" destOrd="0" presId="urn:microsoft.com/office/officeart/2008/layout/LinedList"/>
    <dgm:cxn modelId="{F569B422-17D8-4ACF-973A-AC274FF21AFA}" type="presParOf" srcId="{085BB261-B4C4-439A-A77A-38453830B788}" destId="{A8A70AB5-15B4-42F3-8BDD-6D7293833A5B}" srcOrd="4" destOrd="0" presId="urn:microsoft.com/office/officeart/2008/layout/LinedList"/>
    <dgm:cxn modelId="{74C04998-438D-400A-8968-93C2D83C036F}" type="presParOf" srcId="{085BB261-B4C4-439A-A77A-38453830B788}" destId="{C86DF15F-6A16-4B42-B2FC-0E56505C97DF}" srcOrd="5" destOrd="0" presId="urn:microsoft.com/office/officeart/2008/layout/LinedList"/>
    <dgm:cxn modelId="{C741FF79-021D-4FFE-A221-66300687B411}" type="presParOf" srcId="{C86DF15F-6A16-4B42-B2FC-0E56505C97DF}" destId="{D27CAC1F-619E-4C67-A110-C7805876256D}" srcOrd="0" destOrd="0" presId="urn:microsoft.com/office/officeart/2008/layout/LinedList"/>
    <dgm:cxn modelId="{5D3413FC-AACC-442C-9464-FD9A98F66E5A}" type="presParOf" srcId="{C86DF15F-6A16-4B42-B2FC-0E56505C97DF}" destId="{C4011890-AB3D-4F39-BF24-7E1E08FD12E6}" srcOrd="1" destOrd="0" presId="urn:microsoft.com/office/officeart/2008/layout/LinedList"/>
    <dgm:cxn modelId="{10DF92CD-256D-4730-A2B7-2639747F282B}" type="presParOf" srcId="{085BB261-B4C4-439A-A77A-38453830B788}" destId="{23D027E2-788E-4374-8460-F330F691A493}" srcOrd="6" destOrd="0" presId="urn:microsoft.com/office/officeart/2008/layout/LinedList"/>
    <dgm:cxn modelId="{E4CFE9F6-909F-49D6-AEEF-061399791F54}" type="presParOf" srcId="{085BB261-B4C4-439A-A77A-38453830B788}" destId="{69EE2621-21BC-450A-90BA-AFC2B40F2219}" srcOrd="7" destOrd="0" presId="urn:microsoft.com/office/officeart/2008/layout/LinedList"/>
    <dgm:cxn modelId="{2E2DFEA0-5682-4745-8E83-B8AFFDB114F6}" type="presParOf" srcId="{69EE2621-21BC-450A-90BA-AFC2B40F2219}" destId="{20FE1F5C-A730-4405-8E34-8AAC8F6B646C}" srcOrd="0" destOrd="0" presId="urn:microsoft.com/office/officeart/2008/layout/LinedList"/>
    <dgm:cxn modelId="{630EF310-0893-44FA-BBFA-FE2916D6CCA1}" type="presParOf" srcId="{69EE2621-21BC-450A-90BA-AFC2B40F2219}" destId="{5A7F114F-0AA1-4DCD-8846-649259FA647A}" srcOrd="1" destOrd="0" presId="urn:microsoft.com/office/officeart/2008/layout/LinedList"/>
    <dgm:cxn modelId="{907A9AFC-437A-4D6C-BBF9-BD3CDB5DAF71}" type="presParOf" srcId="{085BB261-B4C4-439A-A77A-38453830B788}" destId="{4F4C0460-0843-4C11-A1F8-8A0072AC982C}" srcOrd="8" destOrd="0" presId="urn:microsoft.com/office/officeart/2008/layout/LinedList"/>
    <dgm:cxn modelId="{72FE37B4-B1C8-41B5-8929-33C195BF5AB2}" type="presParOf" srcId="{085BB261-B4C4-439A-A77A-38453830B788}" destId="{B8E4FE1C-0D4F-40D0-857B-5F537B829956}" srcOrd="9" destOrd="0" presId="urn:microsoft.com/office/officeart/2008/layout/LinedList"/>
    <dgm:cxn modelId="{26461DE7-53CE-49DE-A730-897C595DBCB9}" type="presParOf" srcId="{B8E4FE1C-0D4F-40D0-857B-5F537B829956}" destId="{A6E313C6-218A-421A-AB97-0A68418587CE}" srcOrd="0" destOrd="0" presId="urn:microsoft.com/office/officeart/2008/layout/LinedList"/>
    <dgm:cxn modelId="{2E3FAEAC-BC4E-4583-AEDD-3BEF34EBFE24}" type="presParOf" srcId="{B8E4FE1C-0D4F-40D0-857B-5F537B829956}" destId="{C1216C08-B110-4D31-AD71-DCAA7278DF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7938DB-BB09-4F4E-A4D1-4ED26E6E61E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CA179BC-3DD0-4FB3-BDE6-904CB67BB5B1}">
      <dgm:prSet/>
      <dgm:spPr/>
      <dgm:t>
        <a:bodyPr/>
        <a:lstStyle/>
        <a:p>
          <a:r>
            <a:rPr lang="en-IN" b="1"/>
            <a:t>Session is used for:</a:t>
          </a:r>
          <a:endParaRPr lang="en-US"/>
        </a:p>
      </dgm:t>
    </dgm:pt>
    <dgm:pt modelId="{36D2DEB3-2FAF-4B95-9719-271929215D41}" type="parTrans" cxnId="{6E77EEA0-43F3-4972-82D2-17E7B1E97D6A}">
      <dgm:prSet/>
      <dgm:spPr/>
      <dgm:t>
        <a:bodyPr/>
        <a:lstStyle/>
        <a:p>
          <a:endParaRPr lang="en-US"/>
        </a:p>
      </dgm:t>
    </dgm:pt>
    <dgm:pt modelId="{ED88A103-7274-4A20-9C71-F2899477BEB3}" type="sibTrans" cxnId="{6E77EEA0-43F3-4972-82D2-17E7B1E97D6A}">
      <dgm:prSet/>
      <dgm:spPr/>
      <dgm:t>
        <a:bodyPr/>
        <a:lstStyle/>
        <a:p>
          <a:endParaRPr lang="en-US"/>
        </a:p>
      </dgm:t>
    </dgm:pt>
    <dgm:pt modelId="{C4DEF41A-BEB6-48DA-BBB1-3E0B90BCB202}">
      <dgm:prSet/>
      <dgm:spPr/>
      <dgm:t>
        <a:bodyPr/>
        <a:lstStyle/>
        <a:p>
          <a:r>
            <a:rPr lang="en-IN" b="1"/>
            <a:t>Reading raw data</a:t>
          </a:r>
          <a:endParaRPr lang="en-US"/>
        </a:p>
      </dgm:t>
    </dgm:pt>
    <dgm:pt modelId="{98753A15-76F6-42A6-9909-4001FF8415ED}" type="parTrans" cxnId="{EB5F03FE-4F0D-4D0A-A9F4-02ACDD6A9AC7}">
      <dgm:prSet/>
      <dgm:spPr/>
      <dgm:t>
        <a:bodyPr/>
        <a:lstStyle/>
        <a:p>
          <a:endParaRPr lang="en-US"/>
        </a:p>
      </dgm:t>
    </dgm:pt>
    <dgm:pt modelId="{7D76E949-C835-4B70-8E16-12B89D7AEAF3}" type="sibTrans" cxnId="{EB5F03FE-4F0D-4D0A-A9F4-02ACDD6A9AC7}">
      <dgm:prSet/>
      <dgm:spPr/>
      <dgm:t>
        <a:bodyPr/>
        <a:lstStyle/>
        <a:p>
          <a:endParaRPr lang="en-US"/>
        </a:p>
      </dgm:t>
    </dgm:pt>
    <dgm:pt modelId="{FBF31876-2C47-4648-BDB1-7E0E2FE9A83E}">
      <dgm:prSet/>
      <dgm:spPr/>
      <dgm:t>
        <a:bodyPr/>
        <a:lstStyle/>
        <a:p>
          <a:r>
            <a:rPr lang="en-IN" b="1"/>
            <a:t>Schema validation</a:t>
          </a:r>
          <a:endParaRPr lang="en-US"/>
        </a:p>
      </dgm:t>
    </dgm:pt>
    <dgm:pt modelId="{61D911D8-9AE2-4691-902F-015BAFED1C32}" type="parTrans" cxnId="{5D7BBF3D-72E3-4E5D-945F-C67EDFB03632}">
      <dgm:prSet/>
      <dgm:spPr/>
      <dgm:t>
        <a:bodyPr/>
        <a:lstStyle/>
        <a:p>
          <a:endParaRPr lang="en-US"/>
        </a:p>
      </dgm:t>
    </dgm:pt>
    <dgm:pt modelId="{63A06C2E-F88C-441A-9174-797D9CC32E87}" type="sibTrans" cxnId="{5D7BBF3D-72E3-4E5D-945F-C67EDFB03632}">
      <dgm:prSet/>
      <dgm:spPr/>
      <dgm:t>
        <a:bodyPr/>
        <a:lstStyle/>
        <a:p>
          <a:endParaRPr lang="en-US"/>
        </a:p>
      </dgm:t>
    </dgm:pt>
    <dgm:pt modelId="{646E54CB-15DE-4F31-94C6-C116DC51FBAA}">
      <dgm:prSet/>
      <dgm:spPr/>
      <dgm:t>
        <a:bodyPr/>
        <a:lstStyle/>
        <a:p>
          <a:r>
            <a:rPr lang="en-IN" b="1"/>
            <a:t>Record counts</a:t>
          </a:r>
          <a:endParaRPr lang="en-US"/>
        </a:p>
      </dgm:t>
    </dgm:pt>
    <dgm:pt modelId="{E6CD8E02-7FB9-45CB-98DA-0C9411C056B8}" type="parTrans" cxnId="{33D98082-3EC7-493E-B495-6FAF5CB49D17}">
      <dgm:prSet/>
      <dgm:spPr/>
      <dgm:t>
        <a:bodyPr/>
        <a:lstStyle/>
        <a:p>
          <a:endParaRPr lang="en-US"/>
        </a:p>
      </dgm:t>
    </dgm:pt>
    <dgm:pt modelId="{88B416FB-1B5A-4AE8-9F8E-4A8C8FC35AB2}" type="sibTrans" cxnId="{33D98082-3EC7-493E-B495-6FAF5CB49D17}">
      <dgm:prSet/>
      <dgm:spPr/>
      <dgm:t>
        <a:bodyPr/>
        <a:lstStyle/>
        <a:p>
          <a:endParaRPr lang="en-US"/>
        </a:p>
      </dgm:t>
    </dgm:pt>
    <dgm:pt modelId="{7BD5B2DF-CCDF-495F-9FA3-2FA06D468473}">
      <dgm:prSet/>
      <dgm:spPr/>
      <dgm:t>
        <a:bodyPr/>
        <a:lstStyle/>
        <a:p>
          <a:r>
            <a:rPr lang="en-IN" b="1"/>
            <a:t>Sampling data</a:t>
          </a:r>
          <a:endParaRPr lang="en-US"/>
        </a:p>
      </dgm:t>
    </dgm:pt>
    <dgm:pt modelId="{C6CAEABF-6D84-4637-96B2-9A8557DE1342}" type="parTrans" cxnId="{EC04660E-E283-4D0E-A046-36AA9D2117C5}">
      <dgm:prSet/>
      <dgm:spPr/>
      <dgm:t>
        <a:bodyPr/>
        <a:lstStyle/>
        <a:p>
          <a:endParaRPr lang="en-US"/>
        </a:p>
      </dgm:t>
    </dgm:pt>
    <dgm:pt modelId="{37EC575E-027E-4813-B838-2E06F1152EDE}" type="sibTrans" cxnId="{EC04660E-E283-4D0E-A046-36AA9D2117C5}">
      <dgm:prSet/>
      <dgm:spPr/>
      <dgm:t>
        <a:bodyPr/>
        <a:lstStyle/>
        <a:p>
          <a:endParaRPr lang="en-US"/>
        </a:p>
      </dgm:t>
    </dgm:pt>
    <dgm:pt modelId="{57A7FBD4-4BBA-4613-9796-64475A8DC75C}">
      <dgm:prSet/>
      <dgm:spPr/>
      <dgm:t>
        <a:bodyPr/>
        <a:lstStyle/>
        <a:p>
          <a:r>
            <a:rPr lang="en-IN" b="1"/>
            <a:t>Data quality checks</a:t>
          </a:r>
          <a:endParaRPr lang="en-US"/>
        </a:p>
      </dgm:t>
    </dgm:pt>
    <dgm:pt modelId="{6695AC08-BAF7-400A-8DE6-9DA427306798}" type="parTrans" cxnId="{B8EDEFB7-9B73-41C7-8BBF-F106855DC023}">
      <dgm:prSet/>
      <dgm:spPr/>
      <dgm:t>
        <a:bodyPr/>
        <a:lstStyle/>
        <a:p>
          <a:endParaRPr lang="en-US"/>
        </a:p>
      </dgm:t>
    </dgm:pt>
    <dgm:pt modelId="{9366EF79-52AB-491F-A4E6-0D8CF271F6CF}" type="sibTrans" cxnId="{B8EDEFB7-9B73-41C7-8BBF-F106855DC023}">
      <dgm:prSet/>
      <dgm:spPr/>
      <dgm:t>
        <a:bodyPr/>
        <a:lstStyle/>
        <a:p>
          <a:endParaRPr lang="en-US"/>
        </a:p>
      </dgm:t>
    </dgm:pt>
    <dgm:pt modelId="{A9C5E538-16B0-4B08-A22B-5EA21E8BA190}" type="pres">
      <dgm:prSet presAssocID="{F07938DB-BB09-4F4E-A4D1-4ED26E6E61E0}" presName="vert0" presStyleCnt="0">
        <dgm:presLayoutVars>
          <dgm:dir/>
          <dgm:animOne val="branch"/>
          <dgm:animLvl val="lvl"/>
        </dgm:presLayoutVars>
      </dgm:prSet>
      <dgm:spPr/>
    </dgm:pt>
    <dgm:pt modelId="{47F8D46F-E24E-4E32-93DE-41109E0B56F7}" type="pres">
      <dgm:prSet presAssocID="{DCA179BC-3DD0-4FB3-BDE6-904CB67BB5B1}" presName="thickLine" presStyleLbl="alignNode1" presStyleIdx="0" presStyleCnt="6"/>
      <dgm:spPr/>
    </dgm:pt>
    <dgm:pt modelId="{EB8F6D73-B754-4B3B-B7C1-7BB1D88A3C7E}" type="pres">
      <dgm:prSet presAssocID="{DCA179BC-3DD0-4FB3-BDE6-904CB67BB5B1}" presName="horz1" presStyleCnt="0"/>
      <dgm:spPr/>
    </dgm:pt>
    <dgm:pt modelId="{4993CDB6-50B6-47A1-B56A-C04E29EE4D1E}" type="pres">
      <dgm:prSet presAssocID="{DCA179BC-3DD0-4FB3-BDE6-904CB67BB5B1}" presName="tx1" presStyleLbl="revTx" presStyleIdx="0" presStyleCnt="6"/>
      <dgm:spPr/>
    </dgm:pt>
    <dgm:pt modelId="{B39963F5-0523-494D-A421-0C0E812B7ED3}" type="pres">
      <dgm:prSet presAssocID="{DCA179BC-3DD0-4FB3-BDE6-904CB67BB5B1}" presName="vert1" presStyleCnt="0"/>
      <dgm:spPr/>
    </dgm:pt>
    <dgm:pt modelId="{0EBC22A9-A640-4382-8B8B-DC5ED63C69D2}" type="pres">
      <dgm:prSet presAssocID="{C4DEF41A-BEB6-48DA-BBB1-3E0B90BCB202}" presName="thickLine" presStyleLbl="alignNode1" presStyleIdx="1" presStyleCnt="6"/>
      <dgm:spPr/>
    </dgm:pt>
    <dgm:pt modelId="{5B661495-8DE6-4862-97B5-670961CAB4B1}" type="pres">
      <dgm:prSet presAssocID="{C4DEF41A-BEB6-48DA-BBB1-3E0B90BCB202}" presName="horz1" presStyleCnt="0"/>
      <dgm:spPr/>
    </dgm:pt>
    <dgm:pt modelId="{D4FA9217-8598-4F9A-8188-6D39E374F91C}" type="pres">
      <dgm:prSet presAssocID="{C4DEF41A-BEB6-48DA-BBB1-3E0B90BCB202}" presName="tx1" presStyleLbl="revTx" presStyleIdx="1" presStyleCnt="6"/>
      <dgm:spPr/>
    </dgm:pt>
    <dgm:pt modelId="{DDD79CB5-578A-4781-BA95-E4A05FF59DA1}" type="pres">
      <dgm:prSet presAssocID="{C4DEF41A-BEB6-48DA-BBB1-3E0B90BCB202}" presName="vert1" presStyleCnt="0"/>
      <dgm:spPr/>
    </dgm:pt>
    <dgm:pt modelId="{8C6B5728-7971-402D-BE98-6F682E6291EA}" type="pres">
      <dgm:prSet presAssocID="{FBF31876-2C47-4648-BDB1-7E0E2FE9A83E}" presName="thickLine" presStyleLbl="alignNode1" presStyleIdx="2" presStyleCnt="6"/>
      <dgm:spPr/>
    </dgm:pt>
    <dgm:pt modelId="{C696BA12-B8CD-4ACE-A1E5-3AC8649A4647}" type="pres">
      <dgm:prSet presAssocID="{FBF31876-2C47-4648-BDB1-7E0E2FE9A83E}" presName="horz1" presStyleCnt="0"/>
      <dgm:spPr/>
    </dgm:pt>
    <dgm:pt modelId="{66D11590-7E2E-472B-A03B-71F3AE97C38D}" type="pres">
      <dgm:prSet presAssocID="{FBF31876-2C47-4648-BDB1-7E0E2FE9A83E}" presName="tx1" presStyleLbl="revTx" presStyleIdx="2" presStyleCnt="6"/>
      <dgm:spPr/>
    </dgm:pt>
    <dgm:pt modelId="{D82731C2-DAD5-4AEA-BD4C-7969C7DBD8BA}" type="pres">
      <dgm:prSet presAssocID="{FBF31876-2C47-4648-BDB1-7E0E2FE9A83E}" presName="vert1" presStyleCnt="0"/>
      <dgm:spPr/>
    </dgm:pt>
    <dgm:pt modelId="{C35C12E1-E6E7-49BE-95FC-94D82411256F}" type="pres">
      <dgm:prSet presAssocID="{646E54CB-15DE-4F31-94C6-C116DC51FBAA}" presName="thickLine" presStyleLbl="alignNode1" presStyleIdx="3" presStyleCnt="6"/>
      <dgm:spPr/>
    </dgm:pt>
    <dgm:pt modelId="{481CE422-EE05-41CA-9BAD-EE78EF432530}" type="pres">
      <dgm:prSet presAssocID="{646E54CB-15DE-4F31-94C6-C116DC51FBAA}" presName="horz1" presStyleCnt="0"/>
      <dgm:spPr/>
    </dgm:pt>
    <dgm:pt modelId="{8EAC438E-C1E7-4975-A4A8-5BF8D966E55D}" type="pres">
      <dgm:prSet presAssocID="{646E54CB-15DE-4F31-94C6-C116DC51FBAA}" presName="tx1" presStyleLbl="revTx" presStyleIdx="3" presStyleCnt="6"/>
      <dgm:spPr/>
    </dgm:pt>
    <dgm:pt modelId="{1F30E9AB-E041-445F-87CA-4C927AB87003}" type="pres">
      <dgm:prSet presAssocID="{646E54CB-15DE-4F31-94C6-C116DC51FBAA}" presName="vert1" presStyleCnt="0"/>
      <dgm:spPr/>
    </dgm:pt>
    <dgm:pt modelId="{1D9E5718-AADC-4CE7-A3A9-62035FECF387}" type="pres">
      <dgm:prSet presAssocID="{7BD5B2DF-CCDF-495F-9FA3-2FA06D468473}" presName="thickLine" presStyleLbl="alignNode1" presStyleIdx="4" presStyleCnt="6"/>
      <dgm:spPr/>
    </dgm:pt>
    <dgm:pt modelId="{8EFEA719-BE92-45C0-ACA8-AE4D455DE5D7}" type="pres">
      <dgm:prSet presAssocID="{7BD5B2DF-CCDF-495F-9FA3-2FA06D468473}" presName="horz1" presStyleCnt="0"/>
      <dgm:spPr/>
    </dgm:pt>
    <dgm:pt modelId="{B53E5827-89F5-4A43-BD0B-2D573BD2B72D}" type="pres">
      <dgm:prSet presAssocID="{7BD5B2DF-CCDF-495F-9FA3-2FA06D468473}" presName="tx1" presStyleLbl="revTx" presStyleIdx="4" presStyleCnt="6"/>
      <dgm:spPr/>
    </dgm:pt>
    <dgm:pt modelId="{70310724-B5F6-496B-92EB-7BEA3AF0A0CB}" type="pres">
      <dgm:prSet presAssocID="{7BD5B2DF-CCDF-495F-9FA3-2FA06D468473}" presName="vert1" presStyleCnt="0"/>
      <dgm:spPr/>
    </dgm:pt>
    <dgm:pt modelId="{F4C9A21B-2E7E-4A35-AB50-93FFAC8413C5}" type="pres">
      <dgm:prSet presAssocID="{57A7FBD4-4BBA-4613-9796-64475A8DC75C}" presName="thickLine" presStyleLbl="alignNode1" presStyleIdx="5" presStyleCnt="6"/>
      <dgm:spPr/>
    </dgm:pt>
    <dgm:pt modelId="{8E9129EB-B7A8-466C-B7DF-7EE40403928A}" type="pres">
      <dgm:prSet presAssocID="{57A7FBD4-4BBA-4613-9796-64475A8DC75C}" presName="horz1" presStyleCnt="0"/>
      <dgm:spPr/>
    </dgm:pt>
    <dgm:pt modelId="{C2BC4566-F3D3-458C-BE91-1CE452621160}" type="pres">
      <dgm:prSet presAssocID="{57A7FBD4-4BBA-4613-9796-64475A8DC75C}" presName="tx1" presStyleLbl="revTx" presStyleIdx="5" presStyleCnt="6"/>
      <dgm:spPr/>
    </dgm:pt>
    <dgm:pt modelId="{67D0021C-04A3-45B1-B626-6F5B6246E2CC}" type="pres">
      <dgm:prSet presAssocID="{57A7FBD4-4BBA-4613-9796-64475A8DC75C}" presName="vert1" presStyleCnt="0"/>
      <dgm:spPr/>
    </dgm:pt>
  </dgm:ptLst>
  <dgm:cxnLst>
    <dgm:cxn modelId="{EC04660E-E283-4D0E-A046-36AA9D2117C5}" srcId="{F07938DB-BB09-4F4E-A4D1-4ED26E6E61E0}" destId="{7BD5B2DF-CCDF-495F-9FA3-2FA06D468473}" srcOrd="4" destOrd="0" parTransId="{C6CAEABF-6D84-4637-96B2-9A8557DE1342}" sibTransId="{37EC575E-027E-4813-B838-2E06F1152EDE}"/>
    <dgm:cxn modelId="{AB82A42B-BA4F-4107-B98B-2E0205544C47}" type="presOf" srcId="{7BD5B2DF-CCDF-495F-9FA3-2FA06D468473}" destId="{B53E5827-89F5-4A43-BD0B-2D573BD2B72D}" srcOrd="0" destOrd="0" presId="urn:microsoft.com/office/officeart/2008/layout/LinedList"/>
    <dgm:cxn modelId="{5D7BBF3D-72E3-4E5D-945F-C67EDFB03632}" srcId="{F07938DB-BB09-4F4E-A4D1-4ED26E6E61E0}" destId="{FBF31876-2C47-4648-BDB1-7E0E2FE9A83E}" srcOrd="2" destOrd="0" parTransId="{61D911D8-9AE2-4691-902F-015BAFED1C32}" sibTransId="{63A06C2E-F88C-441A-9174-797D9CC32E87}"/>
    <dgm:cxn modelId="{CA223A3E-C9CF-4EFA-8E29-F8F71131731A}" type="presOf" srcId="{646E54CB-15DE-4F31-94C6-C116DC51FBAA}" destId="{8EAC438E-C1E7-4975-A4A8-5BF8D966E55D}" srcOrd="0" destOrd="0" presId="urn:microsoft.com/office/officeart/2008/layout/LinedList"/>
    <dgm:cxn modelId="{69E1FA5E-B08E-43EF-8F29-B7C40B5AFC0F}" type="presOf" srcId="{DCA179BC-3DD0-4FB3-BDE6-904CB67BB5B1}" destId="{4993CDB6-50B6-47A1-B56A-C04E29EE4D1E}" srcOrd="0" destOrd="0" presId="urn:microsoft.com/office/officeart/2008/layout/LinedList"/>
    <dgm:cxn modelId="{9743F763-9293-47EB-BCB6-6B53FA659989}" type="presOf" srcId="{C4DEF41A-BEB6-48DA-BBB1-3E0B90BCB202}" destId="{D4FA9217-8598-4F9A-8188-6D39E374F91C}" srcOrd="0" destOrd="0" presId="urn:microsoft.com/office/officeart/2008/layout/LinedList"/>
    <dgm:cxn modelId="{33D98082-3EC7-493E-B495-6FAF5CB49D17}" srcId="{F07938DB-BB09-4F4E-A4D1-4ED26E6E61E0}" destId="{646E54CB-15DE-4F31-94C6-C116DC51FBAA}" srcOrd="3" destOrd="0" parTransId="{E6CD8E02-7FB9-45CB-98DA-0C9411C056B8}" sibTransId="{88B416FB-1B5A-4AE8-9F8E-4A8C8FC35AB2}"/>
    <dgm:cxn modelId="{F9964A83-CC29-4FB3-9475-C246FE23F9B6}" type="presOf" srcId="{57A7FBD4-4BBA-4613-9796-64475A8DC75C}" destId="{C2BC4566-F3D3-458C-BE91-1CE452621160}" srcOrd="0" destOrd="0" presId="urn:microsoft.com/office/officeart/2008/layout/LinedList"/>
    <dgm:cxn modelId="{9EAD5484-F571-4FE0-9226-D01F9D866C72}" type="presOf" srcId="{F07938DB-BB09-4F4E-A4D1-4ED26E6E61E0}" destId="{A9C5E538-16B0-4B08-A22B-5EA21E8BA190}" srcOrd="0" destOrd="0" presId="urn:microsoft.com/office/officeart/2008/layout/LinedList"/>
    <dgm:cxn modelId="{13D2B28B-2389-43DF-B727-314928DB6686}" type="presOf" srcId="{FBF31876-2C47-4648-BDB1-7E0E2FE9A83E}" destId="{66D11590-7E2E-472B-A03B-71F3AE97C38D}" srcOrd="0" destOrd="0" presId="urn:microsoft.com/office/officeart/2008/layout/LinedList"/>
    <dgm:cxn modelId="{6E77EEA0-43F3-4972-82D2-17E7B1E97D6A}" srcId="{F07938DB-BB09-4F4E-A4D1-4ED26E6E61E0}" destId="{DCA179BC-3DD0-4FB3-BDE6-904CB67BB5B1}" srcOrd="0" destOrd="0" parTransId="{36D2DEB3-2FAF-4B95-9719-271929215D41}" sibTransId="{ED88A103-7274-4A20-9C71-F2899477BEB3}"/>
    <dgm:cxn modelId="{B8EDEFB7-9B73-41C7-8BBF-F106855DC023}" srcId="{F07938DB-BB09-4F4E-A4D1-4ED26E6E61E0}" destId="{57A7FBD4-4BBA-4613-9796-64475A8DC75C}" srcOrd="5" destOrd="0" parTransId="{6695AC08-BAF7-400A-8DE6-9DA427306798}" sibTransId="{9366EF79-52AB-491F-A4E6-0D8CF271F6CF}"/>
    <dgm:cxn modelId="{EB5F03FE-4F0D-4D0A-A9F4-02ACDD6A9AC7}" srcId="{F07938DB-BB09-4F4E-A4D1-4ED26E6E61E0}" destId="{C4DEF41A-BEB6-48DA-BBB1-3E0B90BCB202}" srcOrd="1" destOrd="0" parTransId="{98753A15-76F6-42A6-9909-4001FF8415ED}" sibTransId="{7D76E949-C835-4B70-8E16-12B89D7AEAF3}"/>
    <dgm:cxn modelId="{E3C42A98-988B-4B80-80A2-5AA43B10151E}" type="presParOf" srcId="{A9C5E538-16B0-4B08-A22B-5EA21E8BA190}" destId="{47F8D46F-E24E-4E32-93DE-41109E0B56F7}" srcOrd="0" destOrd="0" presId="urn:microsoft.com/office/officeart/2008/layout/LinedList"/>
    <dgm:cxn modelId="{D59AACFD-052A-492D-8EE9-999C0C8232C4}" type="presParOf" srcId="{A9C5E538-16B0-4B08-A22B-5EA21E8BA190}" destId="{EB8F6D73-B754-4B3B-B7C1-7BB1D88A3C7E}" srcOrd="1" destOrd="0" presId="urn:microsoft.com/office/officeart/2008/layout/LinedList"/>
    <dgm:cxn modelId="{FC3AF3F8-41E0-428E-8918-4F2D25B9A193}" type="presParOf" srcId="{EB8F6D73-B754-4B3B-B7C1-7BB1D88A3C7E}" destId="{4993CDB6-50B6-47A1-B56A-C04E29EE4D1E}" srcOrd="0" destOrd="0" presId="urn:microsoft.com/office/officeart/2008/layout/LinedList"/>
    <dgm:cxn modelId="{39399A0A-5B84-428E-8DA6-ED0E8F995C47}" type="presParOf" srcId="{EB8F6D73-B754-4B3B-B7C1-7BB1D88A3C7E}" destId="{B39963F5-0523-494D-A421-0C0E812B7ED3}" srcOrd="1" destOrd="0" presId="urn:microsoft.com/office/officeart/2008/layout/LinedList"/>
    <dgm:cxn modelId="{35C91EB7-8F2A-4D94-B6BB-1091E63A3A89}" type="presParOf" srcId="{A9C5E538-16B0-4B08-A22B-5EA21E8BA190}" destId="{0EBC22A9-A640-4382-8B8B-DC5ED63C69D2}" srcOrd="2" destOrd="0" presId="urn:microsoft.com/office/officeart/2008/layout/LinedList"/>
    <dgm:cxn modelId="{E493790B-A7BD-4704-8192-F1A5AE12E42D}" type="presParOf" srcId="{A9C5E538-16B0-4B08-A22B-5EA21E8BA190}" destId="{5B661495-8DE6-4862-97B5-670961CAB4B1}" srcOrd="3" destOrd="0" presId="urn:microsoft.com/office/officeart/2008/layout/LinedList"/>
    <dgm:cxn modelId="{63F40C3C-B30D-4B5A-AFCF-9D1269006925}" type="presParOf" srcId="{5B661495-8DE6-4862-97B5-670961CAB4B1}" destId="{D4FA9217-8598-4F9A-8188-6D39E374F91C}" srcOrd="0" destOrd="0" presId="urn:microsoft.com/office/officeart/2008/layout/LinedList"/>
    <dgm:cxn modelId="{DB3407D9-5A49-469E-84CF-FF6E9F4C2FAF}" type="presParOf" srcId="{5B661495-8DE6-4862-97B5-670961CAB4B1}" destId="{DDD79CB5-578A-4781-BA95-E4A05FF59DA1}" srcOrd="1" destOrd="0" presId="urn:microsoft.com/office/officeart/2008/layout/LinedList"/>
    <dgm:cxn modelId="{BF7A8F36-A030-49D4-B405-3FF769E6E286}" type="presParOf" srcId="{A9C5E538-16B0-4B08-A22B-5EA21E8BA190}" destId="{8C6B5728-7971-402D-BE98-6F682E6291EA}" srcOrd="4" destOrd="0" presId="urn:microsoft.com/office/officeart/2008/layout/LinedList"/>
    <dgm:cxn modelId="{7E7D24FC-D4C7-49F4-9836-502B8FC25647}" type="presParOf" srcId="{A9C5E538-16B0-4B08-A22B-5EA21E8BA190}" destId="{C696BA12-B8CD-4ACE-A1E5-3AC8649A4647}" srcOrd="5" destOrd="0" presId="urn:microsoft.com/office/officeart/2008/layout/LinedList"/>
    <dgm:cxn modelId="{D55D1A39-4144-4A44-A6DA-15121BAE3AC5}" type="presParOf" srcId="{C696BA12-B8CD-4ACE-A1E5-3AC8649A4647}" destId="{66D11590-7E2E-472B-A03B-71F3AE97C38D}" srcOrd="0" destOrd="0" presId="urn:microsoft.com/office/officeart/2008/layout/LinedList"/>
    <dgm:cxn modelId="{2FF6F24F-CD04-4AC5-9DF4-E608CFA49F34}" type="presParOf" srcId="{C696BA12-B8CD-4ACE-A1E5-3AC8649A4647}" destId="{D82731C2-DAD5-4AEA-BD4C-7969C7DBD8BA}" srcOrd="1" destOrd="0" presId="urn:microsoft.com/office/officeart/2008/layout/LinedList"/>
    <dgm:cxn modelId="{8FE84BBE-739E-45F5-9CE7-36FA4FDC3890}" type="presParOf" srcId="{A9C5E538-16B0-4B08-A22B-5EA21E8BA190}" destId="{C35C12E1-E6E7-49BE-95FC-94D82411256F}" srcOrd="6" destOrd="0" presId="urn:microsoft.com/office/officeart/2008/layout/LinedList"/>
    <dgm:cxn modelId="{0DDAEF34-F57A-4066-9E3B-76DEF2D6296D}" type="presParOf" srcId="{A9C5E538-16B0-4B08-A22B-5EA21E8BA190}" destId="{481CE422-EE05-41CA-9BAD-EE78EF432530}" srcOrd="7" destOrd="0" presId="urn:microsoft.com/office/officeart/2008/layout/LinedList"/>
    <dgm:cxn modelId="{E9C92105-A5BC-4738-A629-A56A73678EE1}" type="presParOf" srcId="{481CE422-EE05-41CA-9BAD-EE78EF432530}" destId="{8EAC438E-C1E7-4975-A4A8-5BF8D966E55D}" srcOrd="0" destOrd="0" presId="urn:microsoft.com/office/officeart/2008/layout/LinedList"/>
    <dgm:cxn modelId="{4871E22E-9756-405E-81D4-F7541E9A6FFB}" type="presParOf" srcId="{481CE422-EE05-41CA-9BAD-EE78EF432530}" destId="{1F30E9AB-E041-445F-87CA-4C927AB87003}" srcOrd="1" destOrd="0" presId="urn:microsoft.com/office/officeart/2008/layout/LinedList"/>
    <dgm:cxn modelId="{CAD0EFF5-62DE-4998-8741-8209163D92D1}" type="presParOf" srcId="{A9C5E538-16B0-4B08-A22B-5EA21E8BA190}" destId="{1D9E5718-AADC-4CE7-A3A9-62035FECF387}" srcOrd="8" destOrd="0" presId="urn:microsoft.com/office/officeart/2008/layout/LinedList"/>
    <dgm:cxn modelId="{C0F37D60-F5A2-4E8C-A541-E4F76CB3B82B}" type="presParOf" srcId="{A9C5E538-16B0-4B08-A22B-5EA21E8BA190}" destId="{8EFEA719-BE92-45C0-ACA8-AE4D455DE5D7}" srcOrd="9" destOrd="0" presId="urn:microsoft.com/office/officeart/2008/layout/LinedList"/>
    <dgm:cxn modelId="{E936F8A6-643A-4718-96CA-24B596A38D83}" type="presParOf" srcId="{8EFEA719-BE92-45C0-ACA8-AE4D455DE5D7}" destId="{B53E5827-89F5-4A43-BD0B-2D573BD2B72D}" srcOrd="0" destOrd="0" presId="urn:microsoft.com/office/officeart/2008/layout/LinedList"/>
    <dgm:cxn modelId="{038C0A6E-0B60-41D5-B603-98D6B11207BC}" type="presParOf" srcId="{8EFEA719-BE92-45C0-ACA8-AE4D455DE5D7}" destId="{70310724-B5F6-496B-92EB-7BEA3AF0A0CB}" srcOrd="1" destOrd="0" presId="urn:microsoft.com/office/officeart/2008/layout/LinedList"/>
    <dgm:cxn modelId="{DE24D295-DE95-4A04-BF58-4110386A8C4F}" type="presParOf" srcId="{A9C5E538-16B0-4B08-A22B-5EA21E8BA190}" destId="{F4C9A21B-2E7E-4A35-AB50-93FFAC8413C5}" srcOrd="10" destOrd="0" presId="urn:microsoft.com/office/officeart/2008/layout/LinedList"/>
    <dgm:cxn modelId="{73000B6E-F5DF-4A70-AA9F-9C56D3263124}" type="presParOf" srcId="{A9C5E538-16B0-4B08-A22B-5EA21E8BA190}" destId="{8E9129EB-B7A8-466C-B7DF-7EE40403928A}" srcOrd="11" destOrd="0" presId="urn:microsoft.com/office/officeart/2008/layout/LinedList"/>
    <dgm:cxn modelId="{45434CC0-C33D-440F-8E23-19A0AA0B7887}" type="presParOf" srcId="{8E9129EB-B7A8-466C-B7DF-7EE40403928A}" destId="{C2BC4566-F3D3-458C-BE91-1CE452621160}" srcOrd="0" destOrd="0" presId="urn:microsoft.com/office/officeart/2008/layout/LinedList"/>
    <dgm:cxn modelId="{E86B5D7E-23AF-44DE-80F9-B01B7FDADD44}" type="presParOf" srcId="{8E9129EB-B7A8-466C-B7DF-7EE40403928A}" destId="{67D0021C-04A3-45B1-B626-6F5B6246E2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5196CC7-581F-47A0-B6C5-7D8CAB51434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752DFB-C2E7-4961-8F15-B615031FF396}">
      <dgm:prSet/>
      <dgm:spPr/>
      <dgm:t>
        <a:bodyPr/>
        <a:lstStyle/>
        <a:p>
          <a:r>
            <a:rPr lang="en-IN" b="1"/>
            <a:t>Telecom CDR validation</a:t>
          </a:r>
          <a:endParaRPr lang="en-US"/>
        </a:p>
      </dgm:t>
    </dgm:pt>
    <dgm:pt modelId="{B0621343-497D-4C38-8BB9-BACDDE64158A}" type="parTrans" cxnId="{CCB7A827-CCDD-415B-A262-68859060CF5D}">
      <dgm:prSet/>
      <dgm:spPr/>
      <dgm:t>
        <a:bodyPr/>
        <a:lstStyle/>
        <a:p>
          <a:endParaRPr lang="en-US"/>
        </a:p>
      </dgm:t>
    </dgm:pt>
    <dgm:pt modelId="{C5F423A7-99C1-4FC7-BBE8-AE93BDFCE6E5}" type="sibTrans" cxnId="{CCB7A827-CCDD-415B-A262-68859060CF5D}">
      <dgm:prSet/>
      <dgm:spPr/>
      <dgm:t>
        <a:bodyPr/>
        <a:lstStyle/>
        <a:p>
          <a:endParaRPr lang="en-US"/>
        </a:p>
      </dgm:t>
    </dgm:pt>
    <dgm:pt modelId="{A25692C7-8D85-428F-841C-35E7A6A46D31}">
      <dgm:prSet/>
      <dgm:spPr/>
      <dgm:t>
        <a:bodyPr/>
        <a:lstStyle/>
        <a:p>
          <a:r>
            <a:rPr lang="en-IN" b="1"/>
            <a:t>Banking transaction sanity checks</a:t>
          </a:r>
          <a:endParaRPr lang="en-US"/>
        </a:p>
      </dgm:t>
    </dgm:pt>
    <dgm:pt modelId="{6D1D5AA6-E703-43F1-8C84-D66DB92B5DC1}" type="parTrans" cxnId="{4426F47B-EEBC-4E39-BF43-631FB80F1F17}">
      <dgm:prSet/>
      <dgm:spPr/>
      <dgm:t>
        <a:bodyPr/>
        <a:lstStyle/>
        <a:p>
          <a:endParaRPr lang="en-US"/>
        </a:p>
      </dgm:t>
    </dgm:pt>
    <dgm:pt modelId="{8FA2BA94-48EF-448C-93E3-8ED47D7706BC}" type="sibTrans" cxnId="{4426F47B-EEBC-4E39-BF43-631FB80F1F17}">
      <dgm:prSet/>
      <dgm:spPr/>
      <dgm:t>
        <a:bodyPr/>
        <a:lstStyle/>
        <a:p>
          <a:endParaRPr lang="en-US"/>
        </a:p>
      </dgm:t>
    </dgm:pt>
    <dgm:pt modelId="{1A8BAE36-24BA-4568-8EDB-555268ED7844}">
      <dgm:prSet/>
      <dgm:spPr/>
      <dgm:t>
        <a:bodyPr/>
        <a:lstStyle/>
        <a:p>
          <a:r>
            <a:rPr lang="en-IN" b="1"/>
            <a:t>Log file inspection</a:t>
          </a:r>
          <a:endParaRPr lang="en-US"/>
        </a:p>
      </dgm:t>
    </dgm:pt>
    <dgm:pt modelId="{0B7D057B-E993-4F7B-858E-791B0D4AF52D}" type="parTrans" cxnId="{0800C359-4C7A-4344-ACF0-99E766188E3F}">
      <dgm:prSet/>
      <dgm:spPr/>
      <dgm:t>
        <a:bodyPr/>
        <a:lstStyle/>
        <a:p>
          <a:endParaRPr lang="en-US"/>
        </a:p>
      </dgm:t>
    </dgm:pt>
    <dgm:pt modelId="{8EBD0C2E-FECD-4C6B-A23D-A0E4DCE678D0}" type="sibTrans" cxnId="{0800C359-4C7A-4344-ACF0-99E766188E3F}">
      <dgm:prSet/>
      <dgm:spPr/>
      <dgm:t>
        <a:bodyPr/>
        <a:lstStyle/>
        <a:p>
          <a:endParaRPr lang="en-US"/>
        </a:p>
      </dgm:t>
    </dgm:pt>
    <dgm:pt modelId="{AE5CBF39-C942-4107-8EE4-3A73B5414BC0}">
      <dgm:prSet/>
      <dgm:spPr/>
      <dgm:t>
        <a:bodyPr/>
        <a:lstStyle/>
        <a:p>
          <a:r>
            <a:rPr lang="en-IN" b="1"/>
            <a:t>ETL pre-checks</a:t>
          </a:r>
          <a:endParaRPr lang="en-US"/>
        </a:p>
      </dgm:t>
    </dgm:pt>
    <dgm:pt modelId="{2EE2D559-2607-4469-BBE7-72AC12B80CCA}" type="parTrans" cxnId="{569A4F60-96C3-43B8-9486-2C7F0DB39BB8}">
      <dgm:prSet/>
      <dgm:spPr/>
      <dgm:t>
        <a:bodyPr/>
        <a:lstStyle/>
        <a:p>
          <a:endParaRPr lang="en-US"/>
        </a:p>
      </dgm:t>
    </dgm:pt>
    <dgm:pt modelId="{41903273-04CF-4CE0-8C81-427888F1533C}" type="sibTrans" cxnId="{569A4F60-96C3-43B8-9486-2C7F0DB39BB8}">
      <dgm:prSet/>
      <dgm:spPr/>
      <dgm:t>
        <a:bodyPr/>
        <a:lstStyle/>
        <a:p>
          <a:endParaRPr lang="en-US"/>
        </a:p>
      </dgm:t>
    </dgm:pt>
    <dgm:pt modelId="{64CA7FE5-2D86-4397-99E6-7BCBD89C9D2C}">
      <dgm:prSet/>
      <dgm:spPr/>
      <dgm:t>
        <a:bodyPr/>
        <a:lstStyle/>
        <a:p>
          <a:r>
            <a:rPr lang="en-IN" b="1"/>
            <a:t>Goal</a:t>
          </a:r>
          <a:endParaRPr lang="en-US"/>
        </a:p>
      </dgm:t>
    </dgm:pt>
    <dgm:pt modelId="{0A62E1A4-28AE-44CE-B73B-C3E493DA9E2B}" type="parTrans" cxnId="{10B3CC4A-D271-4730-9C66-42B8BDDEABEB}">
      <dgm:prSet/>
      <dgm:spPr/>
      <dgm:t>
        <a:bodyPr/>
        <a:lstStyle/>
        <a:p>
          <a:endParaRPr lang="en-US"/>
        </a:p>
      </dgm:t>
    </dgm:pt>
    <dgm:pt modelId="{CB72E8A8-A07A-4E09-8EF7-B52FD1E3BA69}" type="sibTrans" cxnId="{10B3CC4A-D271-4730-9C66-42B8BDDEABEB}">
      <dgm:prSet/>
      <dgm:spPr/>
      <dgm:t>
        <a:bodyPr/>
        <a:lstStyle/>
        <a:p>
          <a:endParaRPr lang="en-US"/>
        </a:p>
      </dgm:t>
    </dgm:pt>
    <dgm:pt modelId="{F552C91C-AFCC-4225-AA2D-D4A98DEB02E4}">
      <dgm:prSet/>
      <dgm:spPr/>
      <dgm:t>
        <a:bodyPr/>
        <a:lstStyle/>
        <a:p>
          <a:r>
            <a:rPr lang="en-IN" b="1"/>
            <a:t>“Is the data usable?”</a:t>
          </a:r>
          <a:endParaRPr lang="en-US"/>
        </a:p>
      </dgm:t>
    </dgm:pt>
    <dgm:pt modelId="{33EE535D-1D72-4D9D-A750-0272E1153965}" type="parTrans" cxnId="{D301AA77-5519-4EEB-A1AF-7A0EC51B469F}">
      <dgm:prSet/>
      <dgm:spPr/>
      <dgm:t>
        <a:bodyPr/>
        <a:lstStyle/>
        <a:p>
          <a:endParaRPr lang="en-US"/>
        </a:p>
      </dgm:t>
    </dgm:pt>
    <dgm:pt modelId="{FA59A0E4-4831-4336-BC28-243A11DDA225}" type="sibTrans" cxnId="{D301AA77-5519-4EEB-A1AF-7A0EC51B469F}">
      <dgm:prSet/>
      <dgm:spPr/>
      <dgm:t>
        <a:bodyPr/>
        <a:lstStyle/>
        <a:p>
          <a:endParaRPr lang="en-US"/>
        </a:p>
      </dgm:t>
    </dgm:pt>
    <dgm:pt modelId="{253E5900-57B8-4688-97B5-01B8B89E3705}" type="pres">
      <dgm:prSet presAssocID="{F5196CC7-581F-47A0-B6C5-7D8CAB514344}" presName="vert0" presStyleCnt="0">
        <dgm:presLayoutVars>
          <dgm:dir/>
          <dgm:animOne val="branch"/>
          <dgm:animLvl val="lvl"/>
        </dgm:presLayoutVars>
      </dgm:prSet>
      <dgm:spPr/>
    </dgm:pt>
    <dgm:pt modelId="{68862EDD-1C6F-43EC-B50A-B4D1468D1E63}" type="pres">
      <dgm:prSet presAssocID="{6F752DFB-C2E7-4961-8F15-B615031FF396}" presName="thickLine" presStyleLbl="alignNode1" presStyleIdx="0" presStyleCnt="6"/>
      <dgm:spPr/>
    </dgm:pt>
    <dgm:pt modelId="{3A0EEA95-BCE4-42CE-9388-24435FE62262}" type="pres">
      <dgm:prSet presAssocID="{6F752DFB-C2E7-4961-8F15-B615031FF396}" presName="horz1" presStyleCnt="0"/>
      <dgm:spPr/>
    </dgm:pt>
    <dgm:pt modelId="{2AC418AC-9717-4AA7-AB71-EFCF4C603723}" type="pres">
      <dgm:prSet presAssocID="{6F752DFB-C2E7-4961-8F15-B615031FF396}" presName="tx1" presStyleLbl="revTx" presStyleIdx="0" presStyleCnt="6"/>
      <dgm:spPr/>
    </dgm:pt>
    <dgm:pt modelId="{C8A7FE7F-2724-4743-B346-375B94E3786A}" type="pres">
      <dgm:prSet presAssocID="{6F752DFB-C2E7-4961-8F15-B615031FF396}" presName="vert1" presStyleCnt="0"/>
      <dgm:spPr/>
    </dgm:pt>
    <dgm:pt modelId="{B80EBAB6-2D1C-4ADA-878B-95C0E0BB4D76}" type="pres">
      <dgm:prSet presAssocID="{A25692C7-8D85-428F-841C-35E7A6A46D31}" presName="thickLine" presStyleLbl="alignNode1" presStyleIdx="1" presStyleCnt="6"/>
      <dgm:spPr/>
    </dgm:pt>
    <dgm:pt modelId="{12813070-CC84-4128-A9A4-E18A1F696C9A}" type="pres">
      <dgm:prSet presAssocID="{A25692C7-8D85-428F-841C-35E7A6A46D31}" presName="horz1" presStyleCnt="0"/>
      <dgm:spPr/>
    </dgm:pt>
    <dgm:pt modelId="{57216639-8DAB-4132-BBAF-7935F2C697B0}" type="pres">
      <dgm:prSet presAssocID="{A25692C7-8D85-428F-841C-35E7A6A46D31}" presName="tx1" presStyleLbl="revTx" presStyleIdx="1" presStyleCnt="6"/>
      <dgm:spPr/>
    </dgm:pt>
    <dgm:pt modelId="{27344A89-D141-4BA5-B2AA-4FDB073ADBAF}" type="pres">
      <dgm:prSet presAssocID="{A25692C7-8D85-428F-841C-35E7A6A46D31}" presName="vert1" presStyleCnt="0"/>
      <dgm:spPr/>
    </dgm:pt>
    <dgm:pt modelId="{7EE19D9B-FC48-4308-8BD5-34DD1EE9EC34}" type="pres">
      <dgm:prSet presAssocID="{1A8BAE36-24BA-4568-8EDB-555268ED7844}" presName="thickLine" presStyleLbl="alignNode1" presStyleIdx="2" presStyleCnt="6"/>
      <dgm:spPr/>
    </dgm:pt>
    <dgm:pt modelId="{F0BEAA52-8F54-47C6-82E5-265178C3E3F0}" type="pres">
      <dgm:prSet presAssocID="{1A8BAE36-24BA-4568-8EDB-555268ED7844}" presName="horz1" presStyleCnt="0"/>
      <dgm:spPr/>
    </dgm:pt>
    <dgm:pt modelId="{9D8E223B-E54C-483C-B349-792F5620B2F1}" type="pres">
      <dgm:prSet presAssocID="{1A8BAE36-24BA-4568-8EDB-555268ED7844}" presName="tx1" presStyleLbl="revTx" presStyleIdx="2" presStyleCnt="6"/>
      <dgm:spPr/>
    </dgm:pt>
    <dgm:pt modelId="{E65CD023-6D6C-46E8-9B39-114A6F8C4390}" type="pres">
      <dgm:prSet presAssocID="{1A8BAE36-24BA-4568-8EDB-555268ED7844}" presName="vert1" presStyleCnt="0"/>
      <dgm:spPr/>
    </dgm:pt>
    <dgm:pt modelId="{32D3FD92-A145-4697-86A8-263088F06FDE}" type="pres">
      <dgm:prSet presAssocID="{AE5CBF39-C942-4107-8EE4-3A73B5414BC0}" presName="thickLine" presStyleLbl="alignNode1" presStyleIdx="3" presStyleCnt="6"/>
      <dgm:spPr/>
    </dgm:pt>
    <dgm:pt modelId="{6A616232-D49C-4B35-AFC6-84FAACE44D85}" type="pres">
      <dgm:prSet presAssocID="{AE5CBF39-C942-4107-8EE4-3A73B5414BC0}" presName="horz1" presStyleCnt="0"/>
      <dgm:spPr/>
    </dgm:pt>
    <dgm:pt modelId="{56D16322-09BD-4226-A476-5EA74A99BE14}" type="pres">
      <dgm:prSet presAssocID="{AE5CBF39-C942-4107-8EE4-3A73B5414BC0}" presName="tx1" presStyleLbl="revTx" presStyleIdx="3" presStyleCnt="6"/>
      <dgm:spPr/>
    </dgm:pt>
    <dgm:pt modelId="{583960E7-297A-4FA8-ADF7-2B0D13EC94E1}" type="pres">
      <dgm:prSet presAssocID="{AE5CBF39-C942-4107-8EE4-3A73B5414BC0}" presName="vert1" presStyleCnt="0"/>
      <dgm:spPr/>
    </dgm:pt>
    <dgm:pt modelId="{5B1D1AEB-C466-42A4-8D21-91638E1EBD89}" type="pres">
      <dgm:prSet presAssocID="{64CA7FE5-2D86-4397-99E6-7BCBD89C9D2C}" presName="thickLine" presStyleLbl="alignNode1" presStyleIdx="4" presStyleCnt="6"/>
      <dgm:spPr/>
    </dgm:pt>
    <dgm:pt modelId="{68FFAC00-EAE0-45B9-8A1A-BB310D665FBD}" type="pres">
      <dgm:prSet presAssocID="{64CA7FE5-2D86-4397-99E6-7BCBD89C9D2C}" presName="horz1" presStyleCnt="0"/>
      <dgm:spPr/>
    </dgm:pt>
    <dgm:pt modelId="{0FDE8D31-25CA-400A-BE91-36BAC825C604}" type="pres">
      <dgm:prSet presAssocID="{64CA7FE5-2D86-4397-99E6-7BCBD89C9D2C}" presName="tx1" presStyleLbl="revTx" presStyleIdx="4" presStyleCnt="6"/>
      <dgm:spPr/>
    </dgm:pt>
    <dgm:pt modelId="{61E65B4E-4595-4CB6-AF33-873738A621F7}" type="pres">
      <dgm:prSet presAssocID="{64CA7FE5-2D86-4397-99E6-7BCBD89C9D2C}" presName="vert1" presStyleCnt="0"/>
      <dgm:spPr/>
    </dgm:pt>
    <dgm:pt modelId="{2BEB0EC0-2466-4003-8F62-2A1CAEE95ECF}" type="pres">
      <dgm:prSet presAssocID="{F552C91C-AFCC-4225-AA2D-D4A98DEB02E4}" presName="thickLine" presStyleLbl="alignNode1" presStyleIdx="5" presStyleCnt="6"/>
      <dgm:spPr/>
    </dgm:pt>
    <dgm:pt modelId="{5FC2FB15-241B-4F2A-B523-878C1C384473}" type="pres">
      <dgm:prSet presAssocID="{F552C91C-AFCC-4225-AA2D-D4A98DEB02E4}" presName="horz1" presStyleCnt="0"/>
      <dgm:spPr/>
    </dgm:pt>
    <dgm:pt modelId="{83F62B5D-C263-4E05-8FF9-A64CCBD30663}" type="pres">
      <dgm:prSet presAssocID="{F552C91C-AFCC-4225-AA2D-D4A98DEB02E4}" presName="tx1" presStyleLbl="revTx" presStyleIdx="5" presStyleCnt="6"/>
      <dgm:spPr/>
    </dgm:pt>
    <dgm:pt modelId="{142210A5-2DE5-4152-9ECA-3A04E011237C}" type="pres">
      <dgm:prSet presAssocID="{F552C91C-AFCC-4225-AA2D-D4A98DEB02E4}" presName="vert1" presStyleCnt="0"/>
      <dgm:spPr/>
    </dgm:pt>
  </dgm:ptLst>
  <dgm:cxnLst>
    <dgm:cxn modelId="{1C52DD12-A59C-45DF-BF10-2AA6BB388D89}" type="presOf" srcId="{64CA7FE5-2D86-4397-99E6-7BCBD89C9D2C}" destId="{0FDE8D31-25CA-400A-BE91-36BAC825C604}" srcOrd="0" destOrd="0" presId="urn:microsoft.com/office/officeart/2008/layout/LinedList"/>
    <dgm:cxn modelId="{B135F81E-0D79-4783-BB07-43B7A83B2CD8}" type="presOf" srcId="{AE5CBF39-C942-4107-8EE4-3A73B5414BC0}" destId="{56D16322-09BD-4226-A476-5EA74A99BE14}" srcOrd="0" destOrd="0" presId="urn:microsoft.com/office/officeart/2008/layout/LinedList"/>
    <dgm:cxn modelId="{CCB7A827-CCDD-415B-A262-68859060CF5D}" srcId="{F5196CC7-581F-47A0-B6C5-7D8CAB514344}" destId="{6F752DFB-C2E7-4961-8F15-B615031FF396}" srcOrd="0" destOrd="0" parTransId="{B0621343-497D-4C38-8BB9-BACDDE64158A}" sibTransId="{C5F423A7-99C1-4FC7-BBE8-AE93BDFCE6E5}"/>
    <dgm:cxn modelId="{569A4F60-96C3-43B8-9486-2C7F0DB39BB8}" srcId="{F5196CC7-581F-47A0-B6C5-7D8CAB514344}" destId="{AE5CBF39-C942-4107-8EE4-3A73B5414BC0}" srcOrd="3" destOrd="0" parTransId="{2EE2D559-2607-4469-BBE7-72AC12B80CCA}" sibTransId="{41903273-04CF-4CE0-8C81-427888F1533C}"/>
    <dgm:cxn modelId="{BA27F143-1472-4D4B-A8EB-7E41CD5DC87B}" type="presOf" srcId="{6F752DFB-C2E7-4961-8F15-B615031FF396}" destId="{2AC418AC-9717-4AA7-AB71-EFCF4C603723}" srcOrd="0" destOrd="0" presId="urn:microsoft.com/office/officeart/2008/layout/LinedList"/>
    <dgm:cxn modelId="{10B3CC4A-D271-4730-9C66-42B8BDDEABEB}" srcId="{F5196CC7-581F-47A0-B6C5-7D8CAB514344}" destId="{64CA7FE5-2D86-4397-99E6-7BCBD89C9D2C}" srcOrd="4" destOrd="0" parTransId="{0A62E1A4-28AE-44CE-B73B-C3E493DA9E2B}" sibTransId="{CB72E8A8-A07A-4E09-8EF7-B52FD1E3BA69}"/>
    <dgm:cxn modelId="{D301AA77-5519-4EEB-A1AF-7A0EC51B469F}" srcId="{F5196CC7-581F-47A0-B6C5-7D8CAB514344}" destId="{F552C91C-AFCC-4225-AA2D-D4A98DEB02E4}" srcOrd="5" destOrd="0" parTransId="{33EE535D-1D72-4D9D-A750-0272E1153965}" sibTransId="{FA59A0E4-4831-4336-BC28-243A11DDA225}"/>
    <dgm:cxn modelId="{20EE6D79-EEE0-4347-BE66-A4FA27E258DC}" type="presOf" srcId="{F552C91C-AFCC-4225-AA2D-D4A98DEB02E4}" destId="{83F62B5D-C263-4E05-8FF9-A64CCBD30663}" srcOrd="0" destOrd="0" presId="urn:microsoft.com/office/officeart/2008/layout/LinedList"/>
    <dgm:cxn modelId="{0800C359-4C7A-4344-ACF0-99E766188E3F}" srcId="{F5196CC7-581F-47A0-B6C5-7D8CAB514344}" destId="{1A8BAE36-24BA-4568-8EDB-555268ED7844}" srcOrd="2" destOrd="0" parTransId="{0B7D057B-E993-4F7B-858E-791B0D4AF52D}" sibTransId="{8EBD0C2E-FECD-4C6B-A23D-A0E4DCE678D0}"/>
    <dgm:cxn modelId="{6C0F657B-7401-432C-BC72-0E1780A10E01}" type="presOf" srcId="{F5196CC7-581F-47A0-B6C5-7D8CAB514344}" destId="{253E5900-57B8-4688-97B5-01B8B89E3705}" srcOrd="0" destOrd="0" presId="urn:microsoft.com/office/officeart/2008/layout/LinedList"/>
    <dgm:cxn modelId="{4426F47B-EEBC-4E39-BF43-631FB80F1F17}" srcId="{F5196CC7-581F-47A0-B6C5-7D8CAB514344}" destId="{A25692C7-8D85-428F-841C-35E7A6A46D31}" srcOrd="1" destOrd="0" parTransId="{6D1D5AA6-E703-43F1-8C84-D66DB92B5DC1}" sibTransId="{8FA2BA94-48EF-448C-93E3-8ED47D7706BC}"/>
    <dgm:cxn modelId="{457D0793-CEFD-4848-9CF2-9EEF2833172B}" type="presOf" srcId="{1A8BAE36-24BA-4568-8EDB-555268ED7844}" destId="{9D8E223B-E54C-483C-B349-792F5620B2F1}" srcOrd="0" destOrd="0" presId="urn:microsoft.com/office/officeart/2008/layout/LinedList"/>
    <dgm:cxn modelId="{C60400F9-0D78-427F-A7CC-9895D8485CE1}" type="presOf" srcId="{A25692C7-8D85-428F-841C-35E7A6A46D31}" destId="{57216639-8DAB-4132-BBAF-7935F2C697B0}" srcOrd="0" destOrd="0" presId="urn:microsoft.com/office/officeart/2008/layout/LinedList"/>
    <dgm:cxn modelId="{66CDE994-4C1D-48FE-A397-1354349FBFCE}" type="presParOf" srcId="{253E5900-57B8-4688-97B5-01B8B89E3705}" destId="{68862EDD-1C6F-43EC-B50A-B4D1468D1E63}" srcOrd="0" destOrd="0" presId="urn:microsoft.com/office/officeart/2008/layout/LinedList"/>
    <dgm:cxn modelId="{8E6DED17-F732-45EC-8A40-A74EB6BF024D}" type="presParOf" srcId="{253E5900-57B8-4688-97B5-01B8B89E3705}" destId="{3A0EEA95-BCE4-42CE-9388-24435FE62262}" srcOrd="1" destOrd="0" presId="urn:microsoft.com/office/officeart/2008/layout/LinedList"/>
    <dgm:cxn modelId="{4F97A3D1-ACEA-45C8-B129-F4C7CEDE2B50}" type="presParOf" srcId="{3A0EEA95-BCE4-42CE-9388-24435FE62262}" destId="{2AC418AC-9717-4AA7-AB71-EFCF4C603723}" srcOrd="0" destOrd="0" presId="urn:microsoft.com/office/officeart/2008/layout/LinedList"/>
    <dgm:cxn modelId="{18AA6068-2034-429C-9F98-D1F8296B6333}" type="presParOf" srcId="{3A0EEA95-BCE4-42CE-9388-24435FE62262}" destId="{C8A7FE7F-2724-4743-B346-375B94E3786A}" srcOrd="1" destOrd="0" presId="urn:microsoft.com/office/officeart/2008/layout/LinedList"/>
    <dgm:cxn modelId="{CC6A1468-69FB-4675-8ADC-FAE1A317780E}" type="presParOf" srcId="{253E5900-57B8-4688-97B5-01B8B89E3705}" destId="{B80EBAB6-2D1C-4ADA-878B-95C0E0BB4D76}" srcOrd="2" destOrd="0" presId="urn:microsoft.com/office/officeart/2008/layout/LinedList"/>
    <dgm:cxn modelId="{EEEDB64B-9548-4FD6-A766-26809576B847}" type="presParOf" srcId="{253E5900-57B8-4688-97B5-01B8B89E3705}" destId="{12813070-CC84-4128-A9A4-E18A1F696C9A}" srcOrd="3" destOrd="0" presId="urn:microsoft.com/office/officeart/2008/layout/LinedList"/>
    <dgm:cxn modelId="{D66CDF90-BD10-43CF-A6BA-C78D7B088A5B}" type="presParOf" srcId="{12813070-CC84-4128-A9A4-E18A1F696C9A}" destId="{57216639-8DAB-4132-BBAF-7935F2C697B0}" srcOrd="0" destOrd="0" presId="urn:microsoft.com/office/officeart/2008/layout/LinedList"/>
    <dgm:cxn modelId="{0145334A-A92E-40EA-89F8-0993E516577E}" type="presParOf" srcId="{12813070-CC84-4128-A9A4-E18A1F696C9A}" destId="{27344A89-D141-4BA5-B2AA-4FDB073ADBAF}" srcOrd="1" destOrd="0" presId="urn:microsoft.com/office/officeart/2008/layout/LinedList"/>
    <dgm:cxn modelId="{C4C99298-28E4-4B27-8F8C-A7E255F4E98D}" type="presParOf" srcId="{253E5900-57B8-4688-97B5-01B8B89E3705}" destId="{7EE19D9B-FC48-4308-8BD5-34DD1EE9EC34}" srcOrd="4" destOrd="0" presId="urn:microsoft.com/office/officeart/2008/layout/LinedList"/>
    <dgm:cxn modelId="{72AD42BE-7608-4D34-A162-8941FEC297D3}" type="presParOf" srcId="{253E5900-57B8-4688-97B5-01B8B89E3705}" destId="{F0BEAA52-8F54-47C6-82E5-265178C3E3F0}" srcOrd="5" destOrd="0" presId="urn:microsoft.com/office/officeart/2008/layout/LinedList"/>
    <dgm:cxn modelId="{6604D757-E098-4C19-94D1-998F3892796F}" type="presParOf" srcId="{F0BEAA52-8F54-47C6-82E5-265178C3E3F0}" destId="{9D8E223B-E54C-483C-B349-792F5620B2F1}" srcOrd="0" destOrd="0" presId="urn:microsoft.com/office/officeart/2008/layout/LinedList"/>
    <dgm:cxn modelId="{0E4830EB-40F8-49AE-804C-1FF205F3C08B}" type="presParOf" srcId="{F0BEAA52-8F54-47C6-82E5-265178C3E3F0}" destId="{E65CD023-6D6C-46E8-9B39-114A6F8C4390}" srcOrd="1" destOrd="0" presId="urn:microsoft.com/office/officeart/2008/layout/LinedList"/>
    <dgm:cxn modelId="{FA29E43E-EA83-4498-80BD-B5006910859F}" type="presParOf" srcId="{253E5900-57B8-4688-97B5-01B8B89E3705}" destId="{32D3FD92-A145-4697-86A8-263088F06FDE}" srcOrd="6" destOrd="0" presId="urn:microsoft.com/office/officeart/2008/layout/LinedList"/>
    <dgm:cxn modelId="{4C039CFD-5AA9-4A91-8241-5EA05208EFCA}" type="presParOf" srcId="{253E5900-57B8-4688-97B5-01B8B89E3705}" destId="{6A616232-D49C-4B35-AFC6-84FAACE44D85}" srcOrd="7" destOrd="0" presId="urn:microsoft.com/office/officeart/2008/layout/LinedList"/>
    <dgm:cxn modelId="{3D461B59-C970-411B-AE64-B72FB42A6C67}" type="presParOf" srcId="{6A616232-D49C-4B35-AFC6-84FAACE44D85}" destId="{56D16322-09BD-4226-A476-5EA74A99BE14}" srcOrd="0" destOrd="0" presId="urn:microsoft.com/office/officeart/2008/layout/LinedList"/>
    <dgm:cxn modelId="{AD141B22-C463-4BE7-9853-4698A7E206FA}" type="presParOf" srcId="{6A616232-D49C-4B35-AFC6-84FAACE44D85}" destId="{583960E7-297A-4FA8-ADF7-2B0D13EC94E1}" srcOrd="1" destOrd="0" presId="urn:microsoft.com/office/officeart/2008/layout/LinedList"/>
    <dgm:cxn modelId="{73D3B862-3F78-4DA8-B140-5AF7EA33FD2B}" type="presParOf" srcId="{253E5900-57B8-4688-97B5-01B8B89E3705}" destId="{5B1D1AEB-C466-42A4-8D21-91638E1EBD89}" srcOrd="8" destOrd="0" presId="urn:microsoft.com/office/officeart/2008/layout/LinedList"/>
    <dgm:cxn modelId="{5DA05B44-C28D-41E1-AA30-E1ABAB542ACF}" type="presParOf" srcId="{253E5900-57B8-4688-97B5-01B8B89E3705}" destId="{68FFAC00-EAE0-45B9-8A1A-BB310D665FBD}" srcOrd="9" destOrd="0" presId="urn:microsoft.com/office/officeart/2008/layout/LinedList"/>
    <dgm:cxn modelId="{832685E9-629B-46A1-B40A-E58EC27E72EC}" type="presParOf" srcId="{68FFAC00-EAE0-45B9-8A1A-BB310D665FBD}" destId="{0FDE8D31-25CA-400A-BE91-36BAC825C604}" srcOrd="0" destOrd="0" presId="urn:microsoft.com/office/officeart/2008/layout/LinedList"/>
    <dgm:cxn modelId="{B40A4976-28B8-493D-851B-83074909ED0B}" type="presParOf" srcId="{68FFAC00-EAE0-45B9-8A1A-BB310D665FBD}" destId="{61E65B4E-4595-4CB6-AF33-873738A621F7}" srcOrd="1" destOrd="0" presId="urn:microsoft.com/office/officeart/2008/layout/LinedList"/>
    <dgm:cxn modelId="{A075A46A-33BB-455B-8EE5-6D4BE85AF079}" type="presParOf" srcId="{253E5900-57B8-4688-97B5-01B8B89E3705}" destId="{2BEB0EC0-2466-4003-8F62-2A1CAEE95ECF}" srcOrd="10" destOrd="0" presId="urn:microsoft.com/office/officeart/2008/layout/LinedList"/>
    <dgm:cxn modelId="{36C31FA4-1B64-4264-9FB9-93A0EFE050DF}" type="presParOf" srcId="{253E5900-57B8-4688-97B5-01B8B89E3705}" destId="{5FC2FB15-241B-4F2A-B523-878C1C384473}" srcOrd="11" destOrd="0" presId="urn:microsoft.com/office/officeart/2008/layout/LinedList"/>
    <dgm:cxn modelId="{70CF446E-EA98-4FD9-92D1-88E6B8068D25}" type="presParOf" srcId="{5FC2FB15-241B-4F2A-B523-878C1C384473}" destId="{83F62B5D-C263-4E05-8FF9-A64CCBD30663}" srcOrd="0" destOrd="0" presId="urn:microsoft.com/office/officeart/2008/layout/LinedList"/>
    <dgm:cxn modelId="{6F5B753A-10D3-4E7B-AF29-36A9BA640AB1}" type="presParOf" srcId="{5FC2FB15-241B-4F2A-B523-878C1C384473}" destId="{142210A5-2DE5-4152-9ECA-3A04E011237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1C0ED9-050F-4F74-8E37-6CA409D707C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8A5645-7FEA-4D3A-B8B4-FA528D635BFE}">
      <dgm:prSet/>
      <dgm:spPr/>
      <dgm:t>
        <a:bodyPr/>
        <a:lstStyle/>
        <a:p>
          <a:r>
            <a:rPr lang="en-IN" b="1"/>
            <a:t>Session is used for:</a:t>
          </a:r>
          <a:endParaRPr lang="en-US"/>
        </a:p>
      </dgm:t>
    </dgm:pt>
    <dgm:pt modelId="{D6D17BD4-7D2B-4FA1-976F-0E7E3FD48F50}" type="parTrans" cxnId="{F4C661EF-88D4-4FE4-8DBC-211EBB39D8CE}">
      <dgm:prSet/>
      <dgm:spPr/>
      <dgm:t>
        <a:bodyPr/>
        <a:lstStyle/>
        <a:p>
          <a:endParaRPr lang="en-US"/>
        </a:p>
      </dgm:t>
    </dgm:pt>
    <dgm:pt modelId="{56A67045-41AD-4722-B8D0-0F06ADE0DB93}" type="sibTrans" cxnId="{F4C661EF-88D4-4FE4-8DBC-211EBB39D8CE}">
      <dgm:prSet/>
      <dgm:spPr/>
      <dgm:t>
        <a:bodyPr/>
        <a:lstStyle/>
        <a:p>
          <a:endParaRPr lang="en-US"/>
        </a:p>
      </dgm:t>
    </dgm:pt>
    <dgm:pt modelId="{08149521-AB71-4725-AD8E-BE186E8A5DF6}">
      <dgm:prSet/>
      <dgm:spPr/>
      <dgm:t>
        <a:bodyPr/>
        <a:lstStyle/>
        <a:p>
          <a:r>
            <a:rPr lang="en-IN" b="1"/>
            <a:t>Aggregations</a:t>
          </a:r>
          <a:endParaRPr lang="en-US"/>
        </a:p>
      </dgm:t>
    </dgm:pt>
    <dgm:pt modelId="{036B847B-81B6-4FD6-8122-6706E176A45C}" type="parTrans" cxnId="{403E1528-DED5-4EDE-87D1-03A8D0B9975F}">
      <dgm:prSet/>
      <dgm:spPr/>
      <dgm:t>
        <a:bodyPr/>
        <a:lstStyle/>
        <a:p>
          <a:endParaRPr lang="en-US"/>
        </a:p>
      </dgm:t>
    </dgm:pt>
    <dgm:pt modelId="{6F614E8A-6AAB-42F0-96F9-2A03B0AA4EA1}" type="sibTrans" cxnId="{403E1528-DED5-4EDE-87D1-03A8D0B9975F}">
      <dgm:prSet/>
      <dgm:spPr/>
      <dgm:t>
        <a:bodyPr/>
        <a:lstStyle/>
        <a:p>
          <a:endParaRPr lang="en-US"/>
        </a:p>
      </dgm:t>
    </dgm:pt>
    <dgm:pt modelId="{FCD7D1DC-F23B-4E8E-94AB-1976E3DA3B2C}">
      <dgm:prSet/>
      <dgm:spPr/>
      <dgm:t>
        <a:bodyPr/>
        <a:lstStyle/>
        <a:p>
          <a:r>
            <a:rPr lang="en-IN" b="1"/>
            <a:t>Joins</a:t>
          </a:r>
          <a:endParaRPr lang="en-US"/>
        </a:p>
      </dgm:t>
    </dgm:pt>
    <dgm:pt modelId="{0F136FA4-192F-4BFA-9FAF-EBC4C11AB54E}" type="parTrans" cxnId="{8EAF376C-A59A-4A6E-9BC2-69624B2B0092}">
      <dgm:prSet/>
      <dgm:spPr/>
      <dgm:t>
        <a:bodyPr/>
        <a:lstStyle/>
        <a:p>
          <a:endParaRPr lang="en-US"/>
        </a:p>
      </dgm:t>
    </dgm:pt>
    <dgm:pt modelId="{AF71CB88-CE3C-480D-8C64-7388D546D367}" type="sibTrans" cxnId="{8EAF376C-A59A-4A6E-9BC2-69624B2B0092}">
      <dgm:prSet/>
      <dgm:spPr/>
      <dgm:t>
        <a:bodyPr/>
        <a:lstStyle/>
        <a:p>
          <a:endParaRPr lang="en-US"/>
        </a:p>
      </dgm:t>
    </dgm:pt>
    <dgm:pt modelId="{06E0723C-7483-4C96-AA35-F8FD11B8A5A0}">
      <dgm:prSet/>
      <dgm:spPr/>
      <dgm:t>
        <a:bodyPr/>
        <a:lstStyle/>
        <a:p>
          <a:r>
            <a:rPr lang="en-IN" b="1"/>
            <a:t>Window functions</a:t>
          </a:r>
          <a:endParaRPr lang="en-US"/>
        </a:p>
      </dgm:t>
    </dgm:pt>
    <dgm:pt modelId="{A508E92B-FF59-4A9F-B183-B59858A99338}" type="parTrans" cxnId="{FDBD0894-B886-4F10-8985-DB536FC319F5}">
      <dgm:prSet/>
      <dgm:spPr/>
      <dgm:t>
        <a:bodyPr/>
        <a:lstStyle/>
        <a:p>
          <a:endParaRPr lang="en-US"/>
        </a:p>
      </dgm:t>
    </dgm:pt>
    <dgm:pt modelId="{13357B10-4F9D-49A5-8CC0-7AAE7AA5A19A}" type="sibTrans" cxnId="{FDBD0894-B886-4F10-8985-DB536FC319F5}">
      <dgm:prSet/>
      <dgm:spPr/>
      <dgm:t>
        <a:bodyPr/>
        <a:lstStyle/>
        <a:p>
          <a:endParaRPr lang="en-US"/>
        </a:p>
      </dgm:t>
    </dgm:pt>
    <dgm:pt modelId="{CB9753C6-CA01-4C1C-B0C9-4FCFDA5FF478}">
      <dgm:prSet/>
      <dgm:spPr/>
      <dgm:t>
        <a:bodyPr/>
        <a:lstStyle/>
        <a:p>
          <a:r>
            <a:rPr lang="en-IN" b="1"/>
            <a:t>ML pipelines</a:t>
          </a:r>
          <a:endParaRPr lang="en-US"/>
        </a:p>
      </dgm:t>
    </dgm:pt>
    <dgm:pt modelId="{EE0FEAD1-2ACC-470D-9086-0C0910C1A7C9}" type="parTrans" cxnId="{BCC8D7F9-DD1E-4C72-92BE-3A37C7664F99}">
      <dgm:prSet/>
      <dgm:spPr/>
      <dgm:t>
        <a:bodyPr/>
        <a:lstStyle/>
        <a:p>
          <a:endParaRPr lang="en-US"/>
        </a:p>
      </dgm:t>
    </dgm:pt>
    <dgm:pt modelId="{D32DC53B-096D-47AD-8CBB-D5420DBD1D0E}" type="sibTrans" cxnId="{BCC8D7F9-DD1E-4C72-92BE-3A37C7664F99}">
      <dgm:prSet/>
      <dgm:spPr/>
      <dgm:t>
        <a:bodyPr/>
        <a:lstStyle/>
        <a:p>
          <a:endParaRPr lang="en-US"/>
        </a:p>
      </dgm:t>
    </dgm:pt>
    <dgm:pt modelId="{3CBAAD6A-CB51-40EC-A62D-01944C0A7255}">
      <dgm:prSet/>
      <dgm:spPr/>
      <dgm:t>
        <a:bodyPr/>
        <a:lstStyle/>
        <a:p>
          <a:r>
            <a:rPr lang="en-IN" b="1"/>
            <a:t>Streaming analytics</a:t>
          </a:r>
          <a:endParaRPr lang="en-US"/>
        </a:p>
      </dgm:t>
    </dgm:pt>
    <dgm:pt modelId="{8EFCAFF0-6197-41C5-8AE5-AF935D1386BE}" type="parTrans" cxnId="{13606E3B-25C8-4522-9188-C0491A89294A}">
      <dgm:prSet/>
      <dgm:spPr/>
      <dgm:t>
        <a:bodyPr/>
        <a:lstStyle/>
        <a:p>
          <a:endParaRPr lang="en-US"/>
        </a:p>
      </dgm:t>
    </dgm:pt>
    <dgm:pt modelId="{EE9BB161-2871-4201-9593-4F9118C11AA4}" type="sibTrans" cxnId="{13606E3B-25C8-4522-9188-C0491A89294A}">
      <dgm:prSet/>
      <dgm:spPr/>
      <dgm:t>
        <a:bodyPr/>
        <a:lstStyle/>
        <a:p>
          <a:endParaRPr lang="en-US"/>
        </a:p>
      </dgm:t>
    </dgm:pt>
    <dgm:pt modelId="{E8E63970-9BFA-4100-972A-912091CC27BA}" type="pres">
      <dgm:prSet presAssocID="{E21C0ED9-050F-4F74-8E37-6CA409D707C8}" presName="vert0" presStyleCnt="0">
        <dgm:presLayoutVars>
          <dgm:dir/>
          <dgm:animOne val="branch"/>
          <dgm:animLvl val="lvl"/>
        </dgm:presLayoutVars>
      </dgm:prSet>
      <dgm:spPr/>
    </dgm:pt>
    <dgm:pt modelId="{59569DEE-B0A6-4D48-BE5E-09458CBEB48F}" type="pres">
      <dgm:prSet presAssocID="{388A5645-7FEA-4D3A-B8B4-FA528D635BFE}" presName="thickLine" presStyleLbl="alignNode1" presStyleIdx="0" presStyleCnt="6"/>
      <dgm:spPr/>
    </dgm:pt>
    <dgm:pt modelId="{CD72140B-501E-4D07-85BC-3BA6221E8544}" type="pres">
      <dgm:prSet presAssocID="{388A5645-7FEA-4D3A-B8B4-FA528D635BFE}" presName="horz1" presStyleCnt="0"/>
      <dgm:spPr/>
    </dgm:pt>
    <dgm:pt modelId="{09DE4640-A1A1-41C0-AD18-08A300EE8E04}" type="pres">
      <dgm:prSet presAssocID="{388A5645-7FEA-4D3A-B8B4-FA528D635BFE}" presName="tx1" presStyleLbl="revTx" presStyleIdx="0" presStyleCnt="6"/>
      <dgm:spPr/>
    </dgm:pt>
    <dgm:pt modelId="{A8114C59-DBDA-4F0C-82EB-B561799546BE}" type="pres">
      <dgm:prSet presAssocID="{388A5645-7FEA-4D3A-B8B4-FA528D635BFE}" presName="vert1" presStyleCnt="0"/>
      <dgm:spPr/>
    </dgm:pt>
    <dgm:pt modelId="{B5D3C637-8E9B-4B16-8D98-410AC53BB579}" type="pres">
      <dgm:prSet presAssocID="{08149521-AB71-4725-AD8E-BE186E8A5DF6}" presName="thickLine" presStyleLbl="alignNode1" presStyleIdx="1" presStyleCnt="6"/>
      <dgm:spPr/>
    </dgm:pt>
    <dgm:pt modelId="{EAF8CC2C-8CD7-4B20-8939-7665C65A0412}" type="pres">
      <dgm:prSet presAssocID="{08149521-AB71-4725-AD8E-BE186E8A5DF6}" presName="horz1" presStyleCnt="0"/>
      <dgm:spPr/>
    </dgm:pt>
    <dgm:pt modelId="{DA1ADB6E-C4FC-462A-A02C-3B665C30AC27}" type="pres">
      <dgm:prSet presAssocID="{08149521-AB71-4725-AD8E-BE186E8A5DF6}" presName="tx1" presStyleLbl="revTx" presStyleIdx="1" presStyleCnt="6"/>
      <dgm:spPr/>
    </dgm:pt>
    <dgm:pt modelId="{C91E7293-2B6D-442D-9E62-88D5075FB758}" type="pres">
      <dgm:prSet presAssocID="{08149521-AB71-4725-AD8E-BE186E8A5DF6}" presName="vert1" presStyleCnt="0"/>
      <dgm:spPr/>
    </dgm:pt>
    <dgm:pt modelId="{0A2A7487-E372-4C88-8344-64C737CE6C2F}" type="pres">
      <dgm:prSet presAssocID="{FCD7D1DC-F23B-4E8E-94AB-1976E3DA3B2C}" presName="thickLine" presStyleLbl="alignNode1" presStyleIdx="2" presStyleCnt="6"/>
      <dgm:spPr/>
    </dgm:pt>
    <dgm:pt modelId="{C8414621-1326-4135-87DF-C03491A9738F}" type="pres">
      <dgm:prSet presAssocID="{FCD7D1DC-F23B-4E8E-94AB-1976E3DA3B2C}" presName="horz1" presStyleCnt="0"/>
      <dgm:spPr/>
    </dgm:pt>
    <dgm:pt modelId="{4E5EDD31-2CC5-46A4-BF05-FF9085D6BBE5}" type="pres">
      <dgm:prSet presAssocID="{FCD7D1DC-F23B-4E8E-94AB-1976E3DA3B2C}" presName="tx1" presStyleLbl="revTx" presStyleIdx="2" presStyleCnt="6"/>
      <dgm:spPr/>
    </dgm:pt>
    <dgm:pt modelId="{EE949C92-781D-4FAC-8783-066D1F422849}" type="pres">
      <dgm:prSet presAssocID="{FCD7D1DC-F23B-4E8E-94AB-1976E3DA3B2C}" presName="vert1" presStyleCnt="0"/>
      <dgm:spPr/>
    </dgm:pt>
    <dgm:pt modelId="{B0154F5A-705C-440B-B27F-DA8B20838DAB}" type="pres">
      <dgm:prSet presAssocID="{06E0723C-7483-4C96-AA35-F8FD11B8A5A0}" presName="thickLine" presStyleLbl="alignNode1" presStyleIdx="3" presStyleCnt="6"/>
      <dgm:spPr/>
    </dgm:pt>
    <dgm:pt modelId="{5149FDEC-7BA3-43D3-8E7D-71037D98924F}" type="pres">
      <dgm:prSet presAssocID="{06E0723C-7483-4C96-AA35-F8FD11B8A5A0}" presName="horz1" presStyleCnt="0"/>
      <dgm:spPr/>
    </dgm:pt>
    <dgm:pt modelId="{1D0EA2FD-F9EF-449C-BE24-B6F6B61A6833}" type="pres">
      <dgm:prSet presAssocID="{06E0723C-7483-4C96-AA35-F8FD11B8A5A0}" presName="tx1" presStyleLbl="revTx" presStyleIdx="3" presStyleCnt="6"/>
      <dgm:spPr/>
    </dgm:pt>
    <dgm:pt modelId="{2D0BBC1C-7C6C-4366-8A3F-684BF7EF4D66}" type="pres">
      <dgm:prSet presAssocID="{06E0723C-7483-4C96-AA35-F8FD11B8A5A0}" presName="vert1" presStyleCnt="0"/>
      <dgm:spPr/>
    </dgm:pt>
    <dgm:pt modelId="{63E7F37F-A534-48F6-A5FA-E69F277D0924}" type="pres">
      <dgm:prSet presAssocID="{CB9753C6-CA01-4C1C-B0C9-4FCFDA5FF478}" presName="thickLine" presStyleLbl="alignNode1" presStyleIdx="4" presStyleCnt="6"/>
      <dgm:spPr/>
    </dgm:pt>
    <dgm:pt modelId="{ED9499B5-1E5C-43AC-87C5-0AD2F5089EF6}" type="pres">
      <dgm:prSet presAssocID="{CB9753C6-CA01-4C1C-B0C9-4FCFDA5FF478}" presName="horz1" presStyleCnt="0"/>
      <dgm:spPr/>
    </dgm:pt>
    <dgm:pt modelId="{F97CCBFB-8B12-42FC-A61D-B57E8DE61869}" type="pres">
      <dgm:prSet presAssocID="{CB9753C6-CA01-4C1C-B0C9-4FCFDA5FF478}" presName="tx1" presStyleLbl="revTx" presStyleIdx="4" presStyleCnt="6"/>
      <dgm:spPr/>
    </dgm:pt>
    <dgm:pt modelId="{44E8F81B-93B2-439F-A27F-1D15C705F943}" type="pres">
      <dgm:prSet presAssocID="{CB9753C6-CA01-4C1C-B0C9-4FCFDA5FF478}" presName="vert1" presStyleCnt="0"/>
      <dgm:spPr/>
    </dgm:pt>
    <dgm:pt modelId="{6B06AC6B-5194-44C1-AC67-59854FF4E1A4}" type="pres">
      <dgm:prSet presAssocID="{3CBAAD6A-CB51-40EC-A62D-01944C0A7255}" presName="thickLine" presStyleLbl="alignNode1" presStyleIdx="5" presStyleCnt="6"/>
      <dgm:spPr/>
    </dgm:pt>
    <dgm:pt modelId="{D394C448-E130-49E5-9349-045610568585}" type="pres">
      <dgm:prSet presAssocID="{3CBAAD6A-CB51-40EC-A62D-01944C0A7255}" presName="horz1" presStyleCnt="0"/>
      <dgm:spPr/>
    </dgm:pt>
    <dgm:pt modelId="{FEB1D416-D42A-4093-B8B3-4925D0F4023E}" type="pres">
      <dgm:prSet presAssocID="{3CBAAD6A-CB51-40EC-A62D-01944C0A7255}" presName="tx1" presStyleLbl="revTx" presStyleIdx="5" presStyleCnt="6"/>
      <dgm:spPr/>
    </dgm:pt>
    <dgm:pt modelId="{D0BC2F84-C097-4BD9-A022-BDA6089BFD50}" type="pres">
      <dgm:prSet presAssocID="{3CBAAD6A-CB51-40EC-A62D-01944C0A7255}" presName="vert1" presStyleCnt="0"/>
      <dgm:spPr/>
    </dgm:pt>
  </dgm:ptLst>
  <dgm:cxnLst>
    <dgm:cxn modelId="{403E1528-DED5-4EDE-87D1-03A8D0B9975F}" srcId="{E21C0ED9-050F-4F74-8E37-6CA409D707C8}" destId="{08149521-AB71-4725-AD8E-BE186E8A5DF6}" srcOrd="1" destOrd="0" parTransId="{036B847B-81B6-4FD6-8122-6706E176A45C}" sibTransId="{6F614E8A-6AAB-42F0-96F9-2A03B0AA4EA1}"/>
    <dgm:cxn modelId="{13606E3B-25C8-4522-9188-C0491A89294A}" srcId="{E21C0ED9-050F-4F74-8E37-6CA409D707C8}" destId="{3CBAAD6A-CB51-40EC-A62D-01944C0A7255}" srcOrd="5" destOrd="0" parTransId="{8EFCAFF0-6197-41C5-8AE5-AF935D1386BE}" sibTransId="{EE9BB161-2871-4201-9593-4F9118C11AA4}"/>
    <dgm:cxn modelId="{66263B5B-70D6-43C2-B212-AC8078CF97D5}" type="presOf" srcId="{3CBAAD6A-CB51-40EC-A62D-01944C0A7255}" destId="{FEB1D416-D42A-4093-B8B3-4925D0F4023E}" srcOrd="0" destOrd="0" presId="urn:microsoft.com/office/officeart/2008/layout/LinedList"/>
    <dgm:cxn modelId="{B7F0C85D-FB9B-4F81-BFB2-28CB2877CEFA}" type="presOf" srcId="{06E0723C-7483-4C96-AA35-F8FD11B8A5A0}" destId="{1D0EA2FD-F9EF-449C-BE24-B6F6B61A6833}" srcOrd="0" destOrd="0" presId="urn:microsoft.com/office/officeart/2008/layout/LinedList"/>
    <dgm:cxn modelId="{8EAF376C-A59A-4A6E-9BC2-69624B2B0092}" srcId="{E21C0ED9-050F-4F74-8E37-6CA409D707C8}" destId="{FCD7D1DC-F23B-4E8E-94AB-1976E3DA3B2C}" srcOrd="2" destOrd="0" parTransId="{0F136FA4-192F-4BFA-9FAF-EBC4C11AB54E}" sibTransId="{AF71CB88-CE3C-480D-8C64-7388D546D367}"/>
    <dgm:cxn modelId="{91D80F78-42A5-4660-856B-A6EAB1BF539D}" type="presOf" srcId="{CB9753C6-CA01-4C1C-B0C9-4FCFDA5FF478}" destId="{F97CCBFB-8B12-42FC-A61D-B57E8DE61869}" srcOrd="0" destOrd="0" presId="urn:microsoft.com/office/officeart/2008/layout/LinedList"/>
    <dgm:cxn modelId="{2059E078-6D02-441A-A6E8-661A2FC2FC24}" type="presOf" srcId="{388A5645-7FEA-4D3A-B8B4-FA528D635BFE}" destId="{09DE4640-A1A1-41C0-AD18-08A300EE8E04}" srcOrd="0" destOrd="0" presId="urn:microsoft.com/office/officeart/2008/layout/LinedList"/>
    <dgm:cxn modelId="{B2E4E88F-CC38-42DF-91B7-5B440F2617A1}" type="presOf" srcId="{E21C0ED9-050F-4F74-8E37-6CA409D707C8}" destId="{E8E63970-9BFA-4100-972A-912091CC27BA}" srcOrd="0" destOrd="0" presId="urn:microsoft.com/office/officeart/2008/layout/LinedList"/>
    <dgm:cxn modelId="{FDBD0894-B886-4F10-8985-DB536FC319F5}" srcId="{E21C0ED9-050F-4F74-8E37-6CA409D707C8}" destId="{06E0723C-7483-4C96-AA35-F8FD11B8A5A0}" srcOrd="3" destOrd="0" parTransId="{A508E92B-FF59-4A9F-B183-B59858A99338}" sibTransId="{13357B10-4F9D-49A5-8CC0-7AAE7AA5A19A}"/>
    <dgm:cxn modelId="{ECEB8B99-56F3-442F-9391-CF1376C2731B}" type="presOf" srcId="{FCD7D1DC-F23B-4E8E-94AB-1976E3DA3B2C}" destId="{4E5EDD31-2CC5-46A4-BF05-FF9085D6BBE5}" srcOrd="0" destOrd="0" presId="urn:microsoft.com/office/officeart/2008/layout/LinedList"/>
    <dgm:cxn modelId="{0B4059CE-D491-45B7-A5D0-C4BBDBC70690}" type="presOf" srcId="{08149521-AB71-4725-AD8E-BE186E8A5DF6}" destId="{DA1ADB6E-C4FC-462A-A02C-3B665C30AC27}" srcOrd="0" destOrd="0" presId="urn:microsoft.com/office/officeart/2008/layout/LinedList"/>
    <dgm:cxn modelId="{F4C661EF-88D4-4FE4-8DBC-211EBB39D8CE}" srcId="{E21C0ED9-050F-4F74-8E37-6CA409D707C8}" destId="{388A5645-7FEA-4D3A-B8B4-FA528D635BFE}" srcOrd="0" destOrd="0" parTransId="{D6D17BD4-7D2B-4FA1-976F-0E7E3FD48F50}" sibTransId="{56A67045-41AD-4722-B8D0-0F06ADE0DB93}"/>
    <dgm:cxn modelId="{BCC8D7F9-DD1E-4C72-92BE-3A37C7664F99}" srcId="{E21C0ED9-050F-4F74-8E37-6CA409D707C8}" destId="{CB9753C6-CA01-4C1C-B0C9-4FCFDA5FF478}" srcOrd="4" destOrd="0" parTransId="{EE0FEAD1-2ACC-470D-9086-0C0910C1A7C9}" sibTransId="{D32DC53B-096D-47AD-8CBB-D5420DBD1D0E}"/>
    <dgm:cxn modelId="{7873DA1C-2FE7-497D-889B-8EBDCF164371}" type="presParOf" srcId="{E8E63970-9BFA-4100-972A-912091CC27BA}" destId="{59569DEE-B0A6-4D48-BE5E-09458CBEB48F}" srcOrd="0" destOrd="0" presId="urn:microsoft.com/office/officeart/2008/layout/LinedList"/>
    <dgm:cxn modelId="{174F8A4C-06D3-4A5B-9AE0-A5EFDC47909F}" type="presParOf" srcId="{E8E63970-9BFA-4100-972A-912091CC27BA}" destId="{CD72140B-501E-4D07-85BC-3BA6221E8544}" srcOrd="1" destOrd="0" presId="urn:microsoft.com/office/officeart/2008/layout/LinedList"/>
    <dgm:cxn modelId="{828E288C-01D7-43C4-A92A-6C5C5390B20C}" type="presParOf" srcId="{CD72140B-501E-4D07-85BC-3BA6221E8544}" destId="{09DE4640-A1A1-41C0-AD18-08A300EE8E04}" srcOrd="0" destOrd="0" presId="urn:microsoft.com/office/officeart/2008/layout/LinedList"/>
    <dgm:cxn modelId="{02BC271A-43C1-4E73-8969-B0EC96643C24}" type="presParOf" srcId="{CD72140B-501E-4D07-85BC-3BA6221E8544}" destId="{A8114C59-DBDA-4F0C-82EB-B561799546BE}" srcOrd="1" destOrd="0" presId="urn:microsoft.com/office/officeart/2008/layout/LinedList"/>
    <dgm:cxn modelId="{839C0B35-67E0-4E61-B4BC-1058177169CE}" type="presParOf" srcId="{E8E63970-9BFA-4100-972A-912091CC27BA}" destId="{B5D3C637-8E9B-4B16-8D98-410AC53BB579}" srcOrd="2" destOrd="0" presId="urn:microsoft.com/office/officeart/2008/layout/LinedList"/>
    <dgm:cxn modelId="{AF4C77AD-E060-4ACA-97BF-4C365EB0BBEE}" type="presParOf" srcId="{E8E63970-9BFA-4100-972A-912091CC27BA}" destId="{EAF8CC2C-8CD7-4B20-8939-7665C65A0412}" srcOrd="3" destOrd="0" presId="urn:microsoft.com/office/officeart/2008/layout/LinedList"/>
    <dgm:cxn modelId="{2EC16F68-9740-4FF9-BAF8-A818CE3536FA}" type="presParOf" srcId="{EAF8CC2C-8CD7-4B20-8939-7665C65A0412}" destId="{DA1ADB6E-C4FC-462A-A02C-3B665C30AC27}" srcOrd="0" destOrd="0" presId="urn:microsoft.com/office/officeart/2008/layout/LinedList"/>
    <dgm:cxn modelId="{2C184355-B7C0-4BA5-8C33-6DE3E8DA0DD6}" type="presParOf" srcId="{EAF8CC2C-8CD7-4B20-8939-7665C65A0412}" destId="{C91E7293-2B6D-442D-9E62-88D5075FB758}" srcOrd="1" destOrd="0" presId="urn:microsoft.com/office/officeart/2008/layout/LinedList"/>
    <dgm:cxn modelId="{C4CB6CFB-F792-4A38-BE4D-9F06A1CBCFE8}" type="presParOf" srcId="{E8E63970-9BFA-4100-972A-912091CC27BA}" destId="{0A2A7487-E372-4C88-8344-64C737CE6C2F}" srcOrd="4" destOrd="0" presId="urn:microsoft.com/office/officeart/2008/layout/LinedList"/>
    <dgm:cxn modelId="{738E1F73-2148-4D8B-ABE3-AE8C1F0A52AC}" type="presParOf" srcId="{E8E63970-9BFA-4100-972A-912091CC27BA}" destId="{C8414621-1326-4135-87DF-C03491A9738F}" srcOrd="5" destOrd="0" presId="urn:microsoft.com/office/officeart/2008/layout/LinedList"/>
    <dgm:cxn modelId="{00397FF3-36A9-458E-9439-58281BC5F3BA}" type="presParOf" srcId="{C8414621-1326-4135-87DF-C03491A9738F}" destId="{4E5EDD31-2CC5-46A4-BF05-FF9085D6BBE5}" srcOrd="0" destOrd="0" presId="urn:microsoft.com/office/officeart/2008/layout/LinedList"/>
    <dgm:cxn modelId="{00714905-678E-492B-8A2C-A6B5FDC08A9D}" type="presParOf" srcId="{C8414621-1326-4135-87DF-C03491A9738F}" destId="{EE949C92-781D-4FAC-8783-066D1F422849}" srcOrd="1" destOrd="0" presId="urn:microsoft.com/office/officeart/2008/layout/LinedList"/>
    <dgm:cxn modelId="{81C5913D-E685-4A4F-AF93-3DE552C2AA55}" type="presParOf" srcId="{E8E63970-9BFA-4100-972A-912091CC27BA}" destId="{B0154F5A-705C-440B-B27F-DA8B20838DAB}" srcOrd="6" destOrd="0" presId="urn:microsoft.com/office/officeart/2008/layout/LinedList"/>
    <dgm:cxn modelId="{5C5ECDCF-12BA-4CE8-93E1-E17FCA24E54A}" type="presParOf" srcId="{E8E63970-9BFA-4100-972A-912091CC27BA}" destId="{5149FDEC-7BA3-43D3-8E7D-71037D98924F}" srcOrd="7" destOrd="0" presId="urn:microsoft.com/office/officeart/2008/layout/LinedList"/>
    <dgm:cxn modelId="{08D58A2A-5639-445C-9DFF-2CDB54444D3B}" type="presParOf" srcId="{5149FDEC-7BA3-43D3-8E7D-71037D98924F}" destId="{1D0EA2FD-F9EF-449C-BE24-B6F6B61A6833}" srcOrd="0" destOrd="0" presId="urn:microsoft.com/office/officeart/2008/layout/LinedList"/>
    <dgm:cxn modelId="{6A8D9F1A-6F7B-410D-BBCD-59D6C9D449B7}" type="presParOf" srcId="{5149FDEC-7BA3-43D3-8E7D-71037D98924F}" destId="{2D0BBC1C-7C6C-4366-8A3F-684BF7EF4D66}" srcOrd="1" destOrd="0" presId="urn:microsoft.com/office/officeart/2008/layout/LinedList"/>
    <dgm:cxn modelId="{DBCFCCDA-6DE7-4907-9FFB-4E4790FE708C}" type="presParOf" srcId="{E8E63970-9BFA-4100-972A-912091CC27BA}" destId="{63E7F37F-A534-48F6-A5FA-E69F277D0924}" srcOrd="8" destOrd="0" presId="urn:microsoft.com/office/officeart/2008/layout/LinedList"/>
    <dgm:cxn modelId="{83A8758A-F713-4779-B8A1-1CBB3969E9D1}" type="presParOf" srcId="{E8E63970-9BFA-4100-972A-912091CC27BA}" destId="{ED9499B5-1E5C-43AC-87C5-0AD2F5089EF6}" srcOrd="9" destOrd="0" presId="urn:microsoft.com/office/officeart/2008/layout/LinedList"/>
    <dgm:cxn modelId="{FD4D7305-DA89-4441-901C-8D46C13D1AF6}" type="presParOf" srcId="{ED9499B5-1E5C-43AC-87C5-0AD2F5089EF6}" destId="{F97CCBFB-8B12-42FC-A61D-B57E8DE61869}" srcOrd="0" destOrd="0" presId="urn:microsoft.com/office/officeart/2008/layout/LinedList"/>
    <dgm:cxn modelId="{135A055C-369D-4F0E-B611-878CC0FDFBE3}" type="presParOf" srcId="{ED9499B5-1E5C-43AC-87C5-0AD2F5089EF6}" destId="{44E8F81B-93B2-439F-A27F-1D15C705F943}" srcOrd="1" destOrd="0" presId="urn:microsoft.com/office/officeart/2008/layout/LinedList"/>
    <dgm:cxn modelId="{247770A1-0F89-49AA-B008-16BB56756798}" type="presParOf" srcId="{E8E63970-9BFA-4100-972A-912091CC27BA}" destId="{6B06AC6B-5194-44C1-AC67-59854FF4E1A4}" srcOrd="10" destOrd="0" presId="urn:microsoft.com/office/officeart/2008/layout/LinedList"/>
    <dgm:cxn modelId="{A27C6E30-B37E-46B0-A853-89B05A26DA41}" type="presParOf" srcId="{E8E63970-9BFA-4100-972A-912091CC27BA}" destId="{D394C448-E130-49E5-9349-045610568585}" srcOrd="11" destOrd="0" presId="urn:microsoft.com/office/officeart/2008/layout/LinedList"/>
    <dgm:cxn modelId="{DEC914D6-9FBB-4BFE-900F-31BC1E625434}" type="presParOf" srcId="{D394C448-E130-49E5-9349-045610568585}" destId="{FEB1D416-D42A-4093-B8B3-4925D0F4023E}" srcOrd="0" destOrd="0" presId="urn:microsoft.com/office/officeart/2008/layout/LinedList"/>
    <dgm:cxn modelId="{E3A103F1-B29D-4B3A-8696-D5D92735B825}" type="presParOf" srcId="{D394C448-E130-49E5-9349-045610568585}" destId="{D0BC2F84-C097-4BD9-A022-BDA6089BFD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2FE4C0A-4204-4EBC-9A3C-98C2AFA0AED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0A1E2C-E285-4E51-AEC3-A1446EC3328B}">
      <dgm:prSet/>
      <dgm:spPr/>
      <dgm:t>
        <a:bodyPr/>
        <a:lstStyle/>
        <a:p>
          <a:r>
            <a:rPr lang="en-IN" b="1"/>
            <a:t>Example use cases</a:t>
          </a:r>
          <a:endParaRPr lang="en-US"/>
        </a:p>
      </dgm:t>
    </dgm:pt>
    <dgm:pt modelId="{A809A720-78C2-4D81-8A8B-ADBD8CE241FD}" type="parTrans" cxnId="{1F7CA874-419E-4CDF-B112-197ABA68C741}">
      <dgm:prSet/>
      <dgm:spPr/>
      <dgm:t>
        <a:bodyPr/>
        <a:lstStyle/>
        <a:p>
          <a:endParaRPr lang="en-US"/>
        </a:p>
      </dgm:t>
    </dgm:pt>
    <dgm:pt modelId="{DC11E576-F6DB-4AAA-80E0-48DC09799478}" type="sibTrans" cxnId="{1F7CA874-419E-4CDF-B112-197ABA68C741}">
      <dgm:prSet/>
      <dgm:spPr/>
      <dgm:t>
        <a:bodyPr/>
        <a:lstStyle/>
        <a:p>
          <a:endParaRPr lang="en-US"/>
        </a:p>
      </dgm:t>
    </dgm:pt>
    <dgm:pt modelId="{559BE402-318C-4FAC-A8E3-9410CC63D1FB}">
      <dgm:prSet/>
      <dgm:spPr/>
      <dgm:t>
        <a:bodyPr/>
        <a:lstStyle/>
        <a:p>
          <a:r>
            <a:rPr lang="en-IN" b="1"/>
            <a:t>Revenue calculation</a:t>
          </a:r>
          <a:endParaRPr lang="en-US"/>
        </a:p>
      </dgm:t>
    </dgm:pt>
    <dgm:pt modelId="{0D392E51-12CB-4392-AC3E-72DEF3F00600}" type="parTrans" cxnId="{B0CACE63-1A08-435D-8B27-B2E897074C0B}">
      <dgm:prSet/>
      <dgm:spPr/>
      <dgm:t>
        <a:bodyPr/>
        <a:lstStyle/>
        <a:p>
          <a:endParaRPr lang="en-US"/>
        </a:p>
      </dgm:t>
    </dgm:pt>
    <dgm:pt modelId="{83789B15-8B44-4ACE-9D45-15967DE3915A}" type="sibTrans" cxnId="{B0CACE63-1A08-435D-8B27-B2E897074C0B}">
      <dgm:prSet/>
      <dgm:spPr/>
      <dgm:t>
        <a:bodyPr/>
        <a:lstStyle/>
        <a:p>
          <a:endParaRPr lang="en-US"/>
        </a:p>
      </dgm:t>
    </dgm:pt>
    <dgm:pt modelId="{B0FA5CD6-7722-4C38-8A2E-A775ECD783C5}">
      <dgm:prSet/>
      <dgm:spPr/>
      <dgm:t>
        <a:bodyPr/>
        <a:lstStyle/>
        <a:p>
          <a:r>
            <a:rPr lang="en-IN" b="1"/>
            <a:t>SLA breach analytics</a:t>
          </a:r>
          <a:endParaRPr lang="en-US"/>
        </a:p>
      </dgm:t>
    </dgm:pt>
    <dgm:pt modelId="{0223E48B-BD22-4CD9-867F-1535F0921B7C}" type="parTrans" cxnId="{3FA91DA0-F62F-4EC3-88B4-A8FFEC8F9BB6}">
      <dgm:prSet/>
      <dgm:spPr/>
      <dgm:t>
        <a:bodyPr/>
        <a:lstStyle/>
        <a:p>
          <a:endParaRPr lang="en-US"/>
        </a:p>
      </dgm:t>
    </dgm:pt>
    <dgm:pt modelId="{54978013-1EAF-462A-8BEA-422CBEEFE411}" type="sibTrans" cxnId="{3FA91DA0-F62F-4EC3-88B4-A8FFEC8F9BB6}">
      <dgm:prSet/>
      <dgm:spPr/>
      <dgm:t>
        <a:bodyPr/>
        <a:lstStyle/>
        <a:p>
          <a:endParaRPr lang="en-US"/>
        </a:p>
      </dgm:t>
    </dgm:pt>
    <dgm:pt modelId="{291633FF-C6C3-4EFD-BDAC-D107E3EB964A}">
      <dgm:prSet/>
      <dgm:spPr/>
      <dgm:t>
        <a:bodyPr/>
        <a:lstStyle/>
        <a:p>
          <a:r>
            <a:rPr lang="en-IN" b="1"/>
            <a:t>Fraud detection</a:t>
          </a:r>
          <a:endParaRPr lang="en-US"/>
        </a:p>
      </dgm:t>
    </dgm:pt>
    <dgm:pt modelId="{EFD98A1F-EC96-4237-86D1-B6FCF1A5256A}" type="parTrans" cxnId="{3D4DCA39-3ADD-4EDB-BC16-9C8DB5B744F8}">
      <dgm:prSet/>
      <dgm:spPr/>
      <dgm:t>
        <a:bodyPr/>
        <a:lstStyle/>
        <a:p>
          <a:endParaRPr lang="en-US"/>
        </a:p>
      </dgm:t>
    </dgm:pt>
    <dgm:pt modelId="{4619D919-1FA5-489B-A4B8-C280D6FB9AB6}" type="sibTrans" cxnId="{3D4DCA39-3ADD-4EDB-BC16-9C8DB5B744F8}">
      <dgm:prSet/>
      <dgm:spPr/>
      <dgm:t>
        <a:bodyPr/>
        <a:lstStyle/>
        <a:p>
          <a:endParaRPr lang="en-US"/>
        </a:p>
      </dgm:t>
    </dgm:pt>
    <dgm:pt modelId="{F1BF1F5A-A154-4632-9FEC-449F53828EF3}">
      <dgm:prSet/>
      <dgm:spPr/>
      <dgm:t>
        <a:bodyPr/>
        <a:lstStyle/>
        <a:p>
          <a:r>
            <a:rPr lang="en-IN" b="1"/>
            <a:t>Recommendation systems</a:t>
          </a:r>
          <a:endParaRPr lang="en-US"/>
        </a:p>
      </dgm:t>
    </dgm:pt>
    <dgm:pt modelId="{F698CF50-083D-4FB3-B054-B68CFD65FDA9}" type="parTrans" cxnId="{50BFE5B4-0338-46C1-8F4B-4ED5C7497F34}">
      <dgm:prSet/>
      <dgm:spPr/>
      <dgm:t>
        <a:bodyPr/>
        <a:lstStyle/>
        <a:p>
          <a:endParaRPr lang="en-US"/>
        </a:p>
      </dgm:t>
    </dgm:pt>
    <dgm:pt modelId="{036FB6AE-7CFF-487D-8D6C-511FCB0F8ED9}" type="sibTrans" cxnId="{50BFE5B4-0338-46C1-8F4B-4ED5C7497F34}">
      <dgm:prSet/>
      <dgm:spPr/>
      <dgm:t>
        <a:bodyPr/>
        <a:lstStyle/>
        <a:p>
          <a:endParaRPr lang="en-US"/>
        </a:p>
      </dgm:t>
    </dgm:pt>
    <dgm:pt modelId="{94616432-5E71-4CAE-95F4-4D645EAD861E}">
      <dgm:prSet/>
      <dgm:spPr/>
      <dgm:t>
        <a:bodyPr/>
        <a:lstStyle/>
        <a:p>
          <a:r>
            <a:rPr lang="en-IN" b="1"/>
            <a:t>Real-time dashboards</a:t>
          </a:r>
          <a:endParaRPr lang="en-US"/>
        </a:p>
      </dgm:t>
    </dgm:pt>
    <dgm:pt modelId="{C1312D59-A3B3-4085-AC72-50664F42321A}" type="parTrans" cxnId="{1372EF10-6C81-4AA7-BD71-AA821044DB3A}">
      <dgm:prSet/>
      <dgm:spPr/>
      <dgm:t>
        <a:bodyPr/>
        <a:lstStyle/>
        <a:p>
          <a:endParaRPr lang="en-US"/>
        </a:p>
      </dgm:t>
    </dgm:pt>
    <dgm:pt modelId="{AC31D96F-3985-4588-A079-AB54EA9F3FEB}" type="sibTrans" cxnId="{1372EF10-6C81-4AA7-BD71-AA821044DB3A}">
      <dgm:prSet/>
      <dgm:spPr/>
      <dgm:t>
        <a:bodyPr/>
        <a:lstStyle/>
        <a:p>
          <a:endParaRPr lang="en-US"/>
        </a:p>
      </dgm:t>
    </dgm:pt>
    <dgm:pt modelId="{0715577C-6369-4E08-9B97-83B8C7D22676}">
      <dgm:prSet/>
      <dgm:spPr/>
      <dgm:t>
        <a:bodyPr/>
        <a:lstStyle/>
        <a:p>
          <a:r>
            <a:rPr lang="en-IN" b="1"/>
            <a:t>Goal</a:t>
          </a:r>
          <a:endParaRPr lang="en-US"/>
        </a:p>
      </dgm:t>
    </dgm:pt>
    <dgm:pt modelId="{D34C4719-D772-43D6-807E-6BDDB282899E}" type="parTrans" cxnId="{9E244B83-9C1D-4A29-8C2C-E6CA5AC5B872}">
      <dgm:prSet/>
      <dgm:spPr/>
      <dgm:t>
        <a:bodyPr/>
        <a:lstStyle/>
        <a:p>
          <a:endParaRPr lang="en-US"/>
        </a:p>
      </dgm:t>
    </dgm:pt>
    <dgm:pt modelId="{301097FA-49DA-4907-8476-1507D4B57C98}" type="sibTrans" cxnId="{9E244B83-9C1D-4A29-8C2C-E6CA5AC5B872}">
      <dgm:prSet/>
      <dgm:spPr/>
      <dgm:t>
        <a:bodyPr/>
        <a:lstStyle/>
        <a:p>
          <a:endParaRPr lang="en-US"/>
        </a:p>
      </dgm:t>
    </dgm:pt>
    <dgm:pt modelId="{7B9D5F03-3815-4F6B-8378-D1636544F187}">
      <dgm:prSet/>
      <dgm:spPr/>
      <dgm:t>
        <a:bodyPr/>
        <a:lstStyle/>
        <a:p>
          <a:r>
            <a:rPr lang="en-IN" b="1"/>
            <a:t>“What insights can we generate?”</a:t>
          </a:r>
          <a:endParaRPr lang="en-US"/>
        </a:p>
      </dgm:t>
    </dgm:pt>
    <dgm:pt modelId="{5D378DE4-345C-4A01-B6D8-C7F51E9214D0}" type="parTrans" cxnId="{2734D3ED-C2F3-44ED-BB30-BCF233E7D72C}">
      <dgm:prSet/>
      <dgm:spPr/>
      <dgm:t>
        <a:bodyPr/>
        <a:lstStyle/>
        <a:p>
          <a:endParaRPr lang="en-US"/>
        </a:p>
      </dgm:t>
    </dgm:pt>
    <dgm:pt modelId="{8F3E30CB-0974-4FB4-9051-42DF10A831F4}" type="sibTrans" cxnId="{2734D3ED-C2F3-44ED-BB30-BCF233E7D72C}">
      <dgm:prSet/>
      <dgm:spPr/>
      <dgm:t>
        <a:bodyPr/>
        <a:lstStyle/>
        <a:p>
          <a:endParaRPr lang="en-US"/>
        </a:p>
      </dgm:t>
    </dgm:pt>
    <dgm:pt modelId="{BC7F4E10-4F02-490B-A309-95DF6DFA226C}" type="pres">
      <dgm:prSet presAssocID="{92FE4C0A-4204-4EBC-9A3C-98C2AFA0AEDE}" presName="linear" presStyleCnt="0">
        <dgm:presLayoutVars>
          <dgm:animLvl val="lvl"/>
          <dgm:resizeHandles val="exact"/>
        </dgm:presLayoutVars>
      </dgm:prSet>
      <dgm:spPr/>
    </dgm:pt>
    <dgm:pt modelId="{5219FDA7-5E25-4667-9732-8ACED342712B}" type="pres">
      <dgm:prSet presAssocID="{C90A1E2C-E285-4E51-AEC3-A1446EC3328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01A375B-39D4-47A0-BDBB-04B4D06566D3}" type="pres">
      <dgm:prSet presAssocID="{DC11E576-F6DB-4AAA-80E0-48DC09799478}" presName="spacer" presStyleCnt="0"/>
      <dgm:spPr/>
    </dgm:pt>
    <dgm:pt modelId="{F32A9EE5-5CAA-4D15-9391-269F93116717}" type="pres">
      <dgm:prSet presAssocID="{559BE402-318C-4FAC-A8E3-9410CC63D1F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FD59814-140A-4691-B0AF-BF5BBD462B73}" type="pres">
      <dgm:prSet presAssocID="{83789B15-8B44-4ACE-9D45-15967DE3915A}" presName="spacer" presStyleCnt="0"/>
      <dgm:spPr/>
    </dgm:pt>
    <dgm:pt modelId="{8D98172B-8FB1-4C3D-A241-6580A880FDEC}" type="pres">
      <dgm:prSet presAssocID="{B0FA5CD6-7722-4C38-8A2E-A775ECD783C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ED1D015-0082-4EC9-9B2A-5A73D07EF07E}" type="pres">
      <dgm:prSet presAssocID="{54978013-1EAF-462A-8BEA-422CBEEFE411}" presName="spacer" presStyleCnt="0"/>
      <dgm:spPr/>
    </dgm:pt>
    <dgm:pt modelId="{9EACFD60-09AA-4FD3-9190-64361D60F0BD}" type="pres">
      <dgm:prSet presAssocID="{291633FF-C6C3-4EFD-BDAC-D107E3EB964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5085091-6FA9-4493-9F10-42304E6D74BF}" type="pres">
      <dgm:prSet presAssocID="{4619D919-1FA5-489B-A4B8-C280D6FB9AB6}" presName="spacer" presStyleCnt="0"/>
      <dgm:spPr/>
    </dgm:pt>
    <dgm:pt modelId="{FD341E6C-6DF9-4120-9493-A7377F0D6A6B}" type="pres">
      <dgm:prSet presAssocID="{F1BF1F5A-A154-4632-9FEC-449F53828EF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587193D-D784-4086-9D67-3FD31ED6C422}" type="pres">
      <dgm:prSet presAssocID="{036FB6AE-7CFF-487D-8D6C-511FCB0F8ED9}" presName="spacer" presStyleCnt="0"/>
      <dgm:spPr/>
    </dgm:pt>
    <dgm:pt modelId="{763CDEA8-243F-42AF-AFDF-F93D034716DC}" type="pres">
      <dgm:prSet presAssocID="{94616432-5E71-4CAE-95F4-4D645EAD861E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15E02EFF-E563-4C5A-B16C-93731CBAA74C}" type="pres">
      <dgm:prSet presAssocID="{AC31D96F-3985-4588-A079-AB54EA9F3FEB}" presName="spacer" presStyleCnt="0"/>
      <dgm:spPr/>
    </dgm:pt>
    <dgm:pt modelId="{2E47202F-AFD1-444B-8925-C1C32CE0B795}" type="pres">
      <dgm:prSet presAssocID="{0715577C-6369-4E08-9B97-83B8C7D22676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D470420-C95D-4D13-B4EB-484A738FAB88}" type="pres">
      <dgm:prSet presAssocID="{301097FA-49DA-4907-8476-1507D4B57C98}" presName="spacer" presStyleCnt="0"/>
      <dgm:spPr/>
    </dgm:pt>
    <dgm:pt modelId="{44F9265D-4CC9-4499-9245-AC8F8DFCF7D5}" type="pres">
      <dgm:prSet presAssocID="{7B9D5F03-3815-4F6B-8378-D1636544F18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0E87F0D-7399-4A93-8805-FC0278620046}" type="presOf" srcId="{F1BF1F5A-A154-4632-9FEC-449F53828EF3}" destId="{FD341E6C-6DF9-4120-9493-A7377F0D6A6B}" srcOrd="0" destOrd="0" presId="urn:microsoft.com/office/officeart/2005/8/layout/vList2"/>
    <dgm:cxn modelId="{1372EF10-6C81-4AA7-BD71-AA821044DB3A}" srcId="{92FE4C0A-4204-4EBC-9A3C-98C2AFA0AEDE}" destId="{94616432-5E71-4CAE-95F4-4D645EAD861E}" srcOrd="5" destOrd="0" parTransId="{C1312D59-A3B3-4085-AC72-50664F42321A}" sibTransId="{AC31D96F-3985-4588-A079-AB54EA9F3FEB}"/>
    <dgm:cxn modelId="{3D4DCA39-3ADD-4EDB-BC16-9C8DB5B744F8}" srcId="{92FE4C0A-4204-4EBC-9A3C-98C2AFA0AEDE}" destId="{291633FF-C6C3-4EFD-BDAC-D107E3EB964A}" srcOrd="3" destOrd="0" parTransId="{EFD98A1F-EC96-4237-86D1-B6FCF1A5256A}" sibTransId="{4619D919-1FA5-489B-A4B8-C280D6FB9AB6}"/>
    <dgm:cxn modelId="{B0CACE63-1A08-435D-8B27-B2E897074C0B}" srcId="{92FE4C0A-4204-4EBC-9A3C-98C2AFA0AEDE}" destId="{559BE402-318C-4FAC-A8E3-9410CC63D1FB}" srcOrd="1" destOrd="0" parTransId="{0D392E51-12CB-4392-AC3E-72DEF3F00600}" sibTransId="{83789B15-8B44-4ACE-9D45-15967DE3915A}"/>
    <dgm:cxn modelId="{1F7CA874-419E-4CDF-B112-197ABA68C741}" srcId="{92FE4C0A-4204-4EBC-9A3C-98C2AFA0AEDE}" destId="{C90A1E2C-E285-4E51-AEC3-A1446EC3328B}" srcOrd="0" destOrd="0" parTransId="{A809A720-78C2-4D81-8A8B-ADBD8CE241FD}" sibTransId="{DC11E576-F6DB-4AAA-80E0-48DC09799478}"/>
    <dgm:cxn modelId="{48C22755-3825-4BB3-A1EA-3E72C1540BCB}" type="presOf" srcId="{C90A1E2C-E285-4E51-AEC3-A1446EC3328B}" destId="{5219FDA7-5E25-4667-9732-8ACED342712B}" srcOrd="0" destOrd="0" presId="urn:microsoft.com/office/officeart/2005/8/layout/vList2"/>
    <dgm:cxn modelId="{9E244B83-9C1D-4A29-8C2C-E6CA5AC5B872}" srcId="{92FE4C0A-4204-4EBC-9A3C-98C2AFA0AEDE}" destId="{0715577C-6369-4E08-9B97-83B8C7D22676}" srcOrd="6" destOrd="0" parTransId="{D34C4719-D772-43D6-807E-6BDDB282899E}" sibTransId="{301097FA-49DA-4907-8476-1507D4B57C98}"/>
    <dgm:cxn modelId="{0FF8B08F-37F7-44E6-AF9C-BE1186B3F8E1}" type="presOf" srcId="{94616432-5E71-4CAE-95F4-4D645EAD861E}" destId="{763CDEA8-243F-42AF-AFDF-F93D034716DC}" srcOrd="0" destOrd="0" presId="urn:microsoft.com/office/officeart/2005/8/layout/vList2"/>
    <dgm:cxn modelId="{DB52CA95-200A-4EA1-94E3-B3E76BA73E59}" type="presOf" srcId="{92FE4C0A-4204-4EBC-9A3C-98C2AFA0AEDE}" destId="{BC7F4E10-4F02-490B-A309-95DF6DFA226C}" srcOrd="0" destOrd="0" presId="urn:microsoft.com/office/officeart/2005/8/layout/vList2"/>
    <dgm:cxn modelId="{3FA91DA0-F62F-4EC3-88B4-A8FFEC8F9BB6}" srcId="{92FE4C0A-4204-4EBC-9A3C-98C2AFA0AEDE}" destId="{B0FA5CD6-7722-4C38-8A2E-A775ECD783C5}" srcOrd="2" destOrd="0" parTransId="{0223E48B-BD22-4CD9-867F-1535F0921B7C}" sibTransId="{54978013-1EAF-462A-8BEA-422CBEEFE411}"/>
    <dgm:cxn modelId="{D66A94A7-9176-4287-BACA-5712293F0C00}" type="presOf" srcId="{7B9D5F03-3815-4F6B-8378-D1636544F187}" destId="{44F9265D-4CC9-4499-9245-AC8F8DFCF7D5}" srcOrd="0" destOrd="0" presId="urn:microsoft.com/office/officeart/2005/8/layout/vList2"/>
    <dgm:cxn modelId="{50BFE5B4-0338-46C1-8F4B-4ED5C7497F34}" srcId="{92FE4C0A-4204-4EBC-9A3C-98C2AFA0AEDE}" destId="{F1BF1F5A-A154-4632-9FEC-449F53828EF3}" srcOrd="4" destOrd="0" parTransId="{F698CF50-083D-4FB3-B054-B68CFD65FDA9}" sibTransId="{036FB6AE-7CFF-487D-8D6C-511FCB0F8ED9}"/>
    <dgm:cxn modelId="{15C3D7B5-0115-48AC-BB8A-6B99FE4401B3}" type="presOf" srcId="{291633FF-C6C3-4EFD-BDAC-D107E3EB964A}" destId="{9EACFD60-09AA-4FD3-9190-64361D60F0BD}" srcOrd="0" destOrd="0" presId="urn:microsoft.com/office/officeart/2005/8/layout/vList2"/>
    <dgm:cxn modelId="{CF318FD1-203E-40AE-9640-14C1FC3C7F20}" type="presOf" srcId="{559BE402-318C-4FAC-A8E3-9410CC63D1FB}" destId="{F32A9EE5-5CAA-4D15-9391-269F93116717}" srcOrd="0" destOrd="0" presId="urn:microsoft.com/office/officeart/2005/8/layout/vList2"/>
    <dgm:cxn modelId="{9EE827ED-57AB-4070-9B59-072C26CCF1CA}" type="presOf" srcId="{0715577C-6369-4E08-9B97-83B8C7D22676}" destId="{2E47202F-AFD1-444B-8925-C1C32CE0B795}" srcOrd="0" destOrd="0" presId="urn:microsoft.com/office/officeart/2005/8/layout/vList2"/>
    <dgm:cxn modelId="{2734D3ED-C2F3-44ED-BB30-BCF233E7D72C}" srcId="{92FE4C0A-4204-4EBC-9A3C-98C2AFA0AEDE}" destId="{7B9D5F03-3815-4F6B-8378-D1636544F187}" srcOrd="7" destOrd="0" parTransId="{5D378DE4-345C-4A01-B6D8-C7F51E9214D0}" sibTransId="{8F3E30CB-0974-4FB4-9051-42DF10A831F4}"/>
    <dgm:cxn modelId="{F2FB06F4-7832-426A-9E8D-37FAFA6ED4A9}" type="presOf" srcId="{B0FA5CD6-7722-4C38-8A2E-A775ECD783C5}" destId="{8D98172B-8FB1-4C3D-A241-6580A880FDEC}" srcOrd="0" destOrd="0" presId="urn:microsoft.com/office/officeart/2005/8/layout/vList2"/>
    <dgm:cxn modelId="{E5AEBBCE-28DA-4CCA-BBB7-4A8438931F6E}" type="presParOf" srcId="{BC7F4E10-4F02-490B-A309-95DF6DFA226C}" destId="{5219FDA7-5E25-4667-9732-8ACED342712B}" srcOrd="0" destOrd="0" presId="urn:microsoft.com/office/officeart/2005/8/layout/vList2"/>
    <dgm:cxn modelId="{F94DA88F-AA60-4E93-B554-9C7405CF720A}" type="presParOf" srcId="{BC7F4E10-4F02-490B-A309-95DF6DFA226C}" destId="{901A375B-39D4-47A0-BDBB-04B4D06566D3}" srcOrd="1" destOrd="0" presId="urn:microsoft.com/office/officeart/2005/8/layout/vList2"/>
    <dgm:cxn modelId="{A0682C22-9FF2-4333-8676-451881E29946}" type="presParOf" srcId="{BC7F4E10-4F02-490B-A309-95DF6DFA226C}" destId="{F32A9EE5-5CAA-4D15-9391-269F93116717}" srcOrd="2" destOrd="0" presId="urn:microsoft.com/office/officeart/2005/8/layout/vList2"/>
    <dgm:cxn modelId="{F46DD853-B6C5-47EA-A185-2012A9532C95}" type="presParOf" srcId="{BC7F4E10-4F02-490B-A309-95DF6DFA226C}" destId="{FFD59814-140A-4691-B0AF-BF5BBD462B73}" srcOrd="3" destOrd="0" presId="urn:microsoft.com/office/officeart/2005/8/layout/vList2"/>
    <dgm:cxn modelId="{A884CCC7-BEFC-451B-BE75-3661587984E3}" type="presParOf" srcId="{BC7F4E10-4F02-490B-A309-95DF6DFA226C}" destId="{8D98172B-8FB1-4C3D-A241-6580A880FDEC}" srcOrd="4" destOrd="0" presId="urn:microsoft.com/office/officeart/2005/8/layout/vList2"/>
    <dgm:cxn modelId="{DF7F2570-9628-4282-A47A-5C9D90B46511}" type="presParOf" srcId="{BC7F4E10-4F02-490B-A309-95DF6DFA226C}" destId="{5ED1D015-0082-4EC9-9B2A-5A73D07EF07E}" srcOrd="5" destOrd="0" presId="urn:microsoft.com/office/officeart/2005/8/layout/vList2"/>
    <dgm:cxn modelId="{329C128D-A767-44BA-8813-5613E47E3FD0}" type="presParOf" srcId="{BC7F4E10-4F02-490B-A309-95DF6DFA226C}" destId="{9EACFD60-09AA-4FD3-9190-64361D60F0BD}" srcOrd="6" destOrd="0" presId="urn:microsoft.com/office/officeart/2005/8/layout/vList2"/>
    <dgm:cxn modelId="{1AC06C17-F1D3-4A63-BD27-14188F990877}" type="presParOf" srcId="{BC7F4E10-4F02-490B-A309-95DF6DFA226C}" destId="{75085091-6FA9-4493-9F10-42304E6D74BF}" srcOrd="7" destOrd="0" presId="urn:microsoft.com/office/officeart/2005/8/layout/vList2"/>
    <dgm:cxn modelId="{E250CFFA-2A43-43C1-BBFC-23DD391BB155}" type="presParOf" srcId="{BC7F4E10-4F02-490B-A309-95DF6DFA226C}" destId="{FD341E6C-6DF9-4120-9493-A7377F0D6A6B}" srcOrd="8" destOrd="0" presId="urn:microsoft.com/office/officeart/2005/8/layout/vList2"/>
    <dgm:cxn modelId="{8A6A1E5A-D324-4B4D-8254-DAECA037EC65}" type="presParOf" srcId="{BC7F4E10-4F02-490B-A309-95DF6DFA226C}" destId="{2587193D-D784-4086-9D67-3FD31ED6C422}" srcOrd="9" destOrd="0" presId="urn:microsoft.com/office/officeart/2005/8/layout/vList2"/>
    <dgm:cxn modelId="{30362B14-EFD0-4EAE-B28F-0092C9ACCCAA}" type="presParOf" srcId="{BC7F4E10-4F02-490B-A309-95DF6DFA226C}" destId="{763CDEA8-243F-42AF-AFDF-F93D034716DC}" srcOrd="10" destOrd="0" presId="urn:microsoft.com/office/officeart/2005/8/layout/vList2"/>
    <dgm:cxn modelId="{6DD7196B-2EA2-4907-85B5-91ADC657C048}" type="presParOf" srcId="{BC7F4E10-4F02-490B-A309-95DF6DFA226C}" destId="{15E02EFF-E563-4C5A-B16C-93731CBAA74C}" srcOrd="11" destOrd="0" presId="urn:microsoft.com/office/officeart/2005/8/layout/vList2"/>
    <dgm:cxn modelId="{1ED7554D-CE1D-43F8-908B-D67C498B5603}" type="presParOf" srcId="{BC7F4E10-4F02-490B-A309-95DF6DFA226C}" destId="{2E47202F-AFD1-444B-8925-C1C32CE0B795}" srcOrd="12" destOrd="0" presId="urn:microsoft.com/office/officeart/2005/8/layout/vList2"/>
    <dgm:cxn modelId="{5DAA3E6B-D3F9-450C-B79D-12574C131F35}" type="presParOf" srcId="{BC7F4E10-4F02-490B-A309-95DF6DFA226C}" destId="{7D470420-C95D-4D13-B4EB-484A738FAB88}" srcOrd="13" destOrd="0" presId="urn:microsoft.com/office/officeart/2005/8/layout/vList2"/>
    <dgm:cxn modelId="{8814F506-AA50-440F-8E00-BE42BCB1808C}" type="presParOf" srcId="{BC7F4E10-4F02-490B-A309-95DF6DFA226C}" destId="{44F9265D-4CC9-4499-9245-AC8F8DFCF7D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26CC7AA-3438-4DBD-9DB0-9933DDF1F3A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E1F0BF5-1649-4FEA-8611-DE8A44375AC9}">
      <dgm:prSet/>
      <dgm:spPr/>
      <dgm:t>
        <a:bodyPr/>
        <a:lstStyle/>
        <a:p>
          <a:r>
            <a:rPr lang="en-IN" b="1"/>
            <a:t>Session is not required when:</a:t>
          </a:r>
          <a:endParaRPr lang="en-US"/>
        </a:p>
      </dgm:t>
    </dgm:pt>
    <dgm:pt modelId="{06C41738-0F7E-4183-A141-DBDFD162D8C3}" type="parTrans" cxnId="{97C2D50C-3285-44A7-B151-3A3FD356B73E}">
      <dgm:prSet/>
      <dgm:spPr/>
      <dgm:t>
        <a:bodyPr/>
        <a:lstStyle/>
        <a:p>
          <a:endParaRPr lang="en-US"/>
        </a:p>
      </dgm:t>
    </dgm:pt>
    <dgm:pt modelId="{52305FCF-41AD-47C4-BBA5-9320C9FAA04F}" type="sibTrans" cxnId="{97C2D50C-3285-44A7-B151-3A3FD356B73E}">
      <dgm:prSet/>
      <dgm:spPr/>
      <dgm:t>
        <a:bodyPr/>
        <a:lstStyle/>
        <a:p>
          <a:endParaRPr lang="en-US"/>
        </a:p>
      </dgm:t>
    </dgm:pt>
    <dgm:pt modelId="{E660735C-115A-4E4D-9398-B310069799E8}">
      <dgm:prSet/>
      <dgm:spPr/>
      <dgm:t>
        <a:bodyPr/>
        <a:lstStyle/>
        <a:p>
          <a:r>
            <a:rPr lang="en-IN" b="1"/>
            <a:t>Simple Python scripts</a:t>
          </a:r>
          <a:endParaRPr lang="en-US"/>
        </a:p>
      </dgm:t>
    </dgm:pt>
    <dgm:pt modelId="{AA5E32F6-EEA6-47CC-9FB5-3B2BF9ABDF98}" type="parTrans" cxnId="{2563B32F-AD72-4948-8E51-8C3E18065276}">
      <dgm:prSet/>
      <dgm:spPr/>
      <dgm:t>
        <a:bodyPr/>
        <a:lstStyle/>
        <a:p>
          <a:endParaRPr lang="en-US"/>
        </a:p>
      </dgm:t>
    </dgm:pt>
    <dgm:pt modelId="{AFFCB170-DB46-4DDD-91FE-5F87025C17C4}" type="sibTrans" cxnId="{2563B32F-AD72-4948-8E51-8C3E18065276}">
      <dgm:prSet/>
      <dgm:spPr/>
      <dgm:t>
        <a:bodyPr/>
        <a:lstStyle/>
        <a:p>
          <a:endParaRPr lang="en-US"/>
        </a:p>
      </dgm:t>
    </dgm:pt>
    <dgm:pt modelId="{22A9E50B-0864-4DA4-9F6C-5CABB6918A6B}">
      <dgm:prSet/>
      <dgm:spPr/>
      <dgm:t>
        <a:bodyPr/>
        <a:lstStyle/>
        <a:p>
          <a:r>
            <a:rPr lang="en-IN" b="1"/>
            <a:t>Small CSV with pandas</a:t>
          </a:r>
          <a:endParaRPr lang="en-US"/>
        </a:p>
      </dgm:t>
    </dgm:pt>
    <dgm:pt modelId="{7826B21F-1205-4112-8FBE-363741C5898D}" type="parTrans" cxnId="{6F32D68A-F38E-4B64-BC09-6F0F0E61990F}">
      <dgm:prSet/>
      <dgm:spPr/>
      <dgm:t>
        <a:bodyPr/>
        <a:lstStyle/>
        <a:p>
          <a:endParaRPr lang="en-US"/>
        </a:p>
      </dgm:t>
    </dgm:pt>
    <dgm:pt modelId="{4F2BBDB2-AA62-4CD5-8A0A-DA18108C1648}" type="sibTrans" cxnId="{6F32D68A-F38E-4B64-BC09-6F0F0E61990F}">
      <dgm:prSet/>
      <dgm:spPr/>
      <dgm:t>
        <a:bodyPr/>
        <a:lstStyle/>
        <a:p>
          <a:endParaRPr lang="en-US"/>
        </a:p>
      </dgm:t>
    </dgm:pt>
    <dgm:pt modelId="{9C6C281F-AAEC-4D08-8631-C8E444165896}">
      <dgm:prSet/>
      <dgm:spPr/>
      <dgm:t>
        <a:bodyPr/>
        <a:lstStyle/>
        <a:p>
          <a:r>
            <a:rPr lang="en-IN" b="1"/>
            <a:t>One-time file read without transformation</a:t>
          </a:r>
          <a:endParaRPr lang="en-US"/>
        </a:p>
      </dgm:t>
    </dgm:pt>
    <dgm:pt modelId="{249376AF-CD48-4A99-B29F-67FCF50B2489}" type="parTrans" cxnId="{8B10BF19-2DC5-4826-9061-A52A788C1F29}">
      <dgm:prSet/>
      <dgm:spPr/>
      <dgm:t>
        <a:bodyPr/>
        <a:lstStyle/>
        <a:p>
          <a:endParaRPr lang="en-US"/>
        </a:p>
      </dgm:t>
    </dgm:pt>
    <dgm:pt modelId="{75407890-6FA4-41B9-8343-E0DD6C19B727}" type="sibTrans" cxnId="{8B10BF19-2DC5-4826-9061-A52A788C1F29}">
      <dgm:prSet/>
      <dgm:spPr/>
      <dgm:t>
        <a:bodyPr/>
        <a:lstStyle/>
        <a:p>
          <a:endParaRPr lang="en-US"/>
        </a:p>
      </dgm:t>
    </dgm:pt>
    <dgm:pt modelId="{F15A585D-81A9-4DDC-B098-3A27346CD755}">
      <dgm:prSet/>
      <dgm:spPr/>
      <dgm:t>
        <a:bodyPr/>
        <a:lstStyle/>
        <a:p>
          <a:r>
            <a:rPr lang="en-IN" b="1"/>
            <a:t>Rule of thumb</a:t>
          </a:r>
          <a:endParaRPr lang="en-US"/>
        </a:p>
      </dgm:t>
    </dgm:pt>
    <dgm:pt modelId="{63F685BA-2FC3-4D6A-A7E1-0B02D4114368}" type="parTrans" cxnId="{026AC622-23FD-48F7-AE68-935EB4C43398}">
      <dgm:prSet/>
      <dgm:spPr/>
      <dgm:t>
        <a:bodyPr/>
        <a:lstStyle/>
        <a:p>
          <a:endParaRPr lang="en-US"/>
        </a:p>
      </dgm:t>
    </dgm:pt>
    <dgm:pt modelId="{E7880795-6874-4E27-8C54-39AC440AF678}" type="sibTrans" cxnId="{026AC622-23FD-48F7-AE68-935EB4C43398}">
      <dgm:prSet/>
      <dgm:spPr/>
      <dgm:t>
        <a:bodyPr/>
        <a:lstStyle/>
        <a:p>
          <a:endParaRPr lang="en-US"/>
        </a:p>
      </dgm:t>
    </dgm:pt>
    <dgm:pt modelId="{96E366BB-9007-4846-9707-207F31E8C3C8}">
      <dgm:prSet/>
      <dgm:spPr/>
      <dgm:t>
        <a:bodyPr/>
        <a:lstStyle/>
        <a:p>
          <a:r>
            <a:rPr lang="en-IN" b="1"/>
            <a:t>If data fits in laptop memory → pandas</a:t>
          </a:r>
          <a:br>
            <a:rPr lang="en-IN" b="1"/>
          </a:br>
          <a:r>
            <a:rPr lang="en-IN" b="1"/>
            <a:t>If data is large / distributed → SparkSession</a:t>
          </a:r>
          <a:endParaRPr lang="en-US"/>
        </a:p>
      </dgm:t>
    </dgm:pt>
    <dgm:pt modelId="{84A45DC1-FA0C-479D-BC56-E55B5FAA8E22}" type="parTrans" cxnId="{1BCA59B7-1293-4D0A-BFA0-BB378A6A18AB}">
      <dgm:prSet/>
      <dgm:spPr/>
      <dgm:t>
        <a:bodyPr/>
        <a:lstStyle/>
        <a:p>
          <a:endParaRPr lang="en-US"/>
        </a:p>
      </dgm:t>
    </dgm:pt>
    <dgm:pt modelId="{8FCFF5E4-9B4D-43BA-8931-582EA40A8C9A}" type="sibTrans" cxnId="{1BCA59B7-1293-4D0A-BFA0-BB378A6A18AB}">
      <dgm:prSet/>
      <dgm:spPr/>
      <dgm:t>
        <a:bodyPr/>
        <a:lstStyle/>
        <a:p>
          <a:endParaRPr lang="en-US"/>
        </a:p>
      </dgm:t>
    </dgm:pt>
    <dgm:pt modelId="{B4BAE418-3B7E-441E-815C-5B6D5F803305}" type="pres">
      <dgm:prSet presAssocID="{C26CC7AA-3438-4DBD-9DB0-9933DDF1F3A8}" presName="vert0" presStyleCnt="0">
        <dgm:presLayoutVars>
          <dgm:dir/>
          <dgm:animOne val="branch"/>
          <dgm:animLvl val="lvl"/>
        </dgm:presLayoutVars>
      </dgm:prSet>
      <dgm:spPr/>
    </dgm:pt>
    <dgm:pt modelId="{B3B28383-88FA-4B03-90ED-16F3FC709D09}" type="pres">
      <dgm:prSet presAssocID="{DE1F0BF5-1649-4FEA-8611-DE8A44375AC9}" presName="thickLine" presStyleLbl="alignNode1" presStyleIdx="0" presStyleCnt="6"/>
      <dgm:spPr/>
    </dgm:pt>
    <dgm:pt modelId="{C5C62A6D-5765-4AEB-B95A-4104119F7065}" type="pres">
      <dgm:prSet presAssocID="{DE1F0BF5-1649-4FEA-8611-DE8A44375AC9}" presName="horz1" presStyleCnt="0"/>
      <dgm:spPr/>
    </dgm:pt>
    <dgm:pt modelId="{F3535D83-C88C-4515-9128-00C86A19BF8D}" type="pres">
      <dgm:prSet presAssocID="{DE1F0BF5-1649-4FEA-8611-DE8A44375AC9}" presName="tx1" presStyleLbl="revTx" presStyleIdx="0" presStyleCnt="6"/>
      <dgm:spPr/>
    </dgm:pt>
    <dgm:pt modelId="{A4255B04-5884-4DAC-8115-CB3A7EAB4749}" type="pres">
      <dgm:prSet presAssocID="{DE1F0BF5-1649-4FEA-8611-DE8A44375AC9}" presName="vert1" presStyleCnt="0"/>
      <dgm:spPr/>
    </dgm:pt>
    <dgm:pt modelId="{8E318A75-E4DB-4612-9969-8137A6AA2C3D}" type="pres">
      <dgm:prSet presAssocID="{E660735C-115A-4E4D-9398-B310069799E8}" presName="thickLine" presStyleLbl="alignNode1" presStyleIdx="1" presStyleCnt="6"/>
      <dgm:spPr/>
    </dgm:pt>
    <dgm:pt modelId="{BCD22C0E-8B1E-4D55-899A-A1D7FDB20721}" type="pres">
      <dgm:prSet presAssocID="{E660735C-115A-4E4D-9398-B310069799E8}" presName="horz1" presStyleCnt="0"/>
      <dgm:spPr/>
    </dgm:pt>
    <dgm:pt modelId="{B00FB577-C772-46BD-A260-2D1451912842}" type="pres">
      <dgm:prSet presAssocID="{E660735C-115A-4E4D-9398-B310069799E8}" presName="tx1" presStyleLbl="revTx" presStyleIdx="1" presStyleCnt="6"/>
      <dgm:spPr/>
    </dgm:pt>
    <dgm:pt modelId="{CD3456D5-AA73-4740-90CB-BE4B15B6CFEC}" type="pres">
      <dgm:prSet presAssocID="{E660735C-115A-4E4D-9398-B310069799E8}" presName="vert1" presStyleCnt="0"/>
      <dgm:spPr/>
    </dgm:pt>
    <dgm:pt modelId="{FF9445B4-37EC-4FC8-8A0B-AC2A011848E3}" type="pres">
      <dgm:prSet presAssocID="{22A9E50B-0864-4DA4-9F6C-5CABB6918A6B}" presName="thickLine" presStyleLbl="alignNode1" presStyleIdx="2" presStyleCnt="6"/>
      <dgm:spPr/>
    </dgm:pt>
    <dgm:pt modelId="{E4F8B55E-61AF-4598-B150-061294B1DF05}" type="pres">
      <dgm:prSet presAssocID="{22A9E50B-0864-4DA4-9F6C-5CABB6918A6B}" presName="horz1" presStyleCnt="0"/>
      <dgm:spPr/>
    </dgm:pt>
    <dgm:pt modelId="{4EFE0F52-03BD-4F25-8040-20BEA4270AC5}" type="pres">
      <dgm:prSet presAssocID="{22A9E50B-0864-4DA4-9F6C-5CABB6918A6B}" presName="tx1" presStyleLbl="revTx" presStyleIdx="2" presStyleCnt="6"/>
      <dgm:spPr/>
    </dgm:pt>
    <dgm:pt modelId="{1FB865FB-DCC8-4A8E-B1A8-D2EE2A85D282}" type="pres">
      <dgm:prSet presAssocID="{22A9E50B-0864-4DA4-9F6C-5CABB6918A6B}" presName="vert1" presStyleCnt="0"/>
      <dgm:spPr/>
    </dgm:pt>
    <dgm:pt modelId="{060A4D17-5E27-4E56-B550-97181EE0576D}" type="pres">
      <dgm:prSet presAssocID="{9C6C281F-AAEC-4D08-8631-C8E444165896}" presName="thickLine" presStyleLbl="alignNode1" presStyleIdx="3" presStyleCnt="6"/>
      <dgm:spPr/>
    </dgm:pt>
    <dgm:pt modelId="{AFDC9AB1-4504-4488-90BC-0F77C7EAF9D8}" type="pres">
      <dgm:prSet presAssocID="{9C6C281F-AAEC-4D08-8631-C8E444165896}" presName="horz1" presStyleCnt="0"/>
      <dgm:spPr/>
    </dgm:pt>
    <dgm:pt modelId="{2F7C7C18-BFE4-4651-8FF6-F29ECC388929}" type="pres">
      <dgm:prSet presAssocID="{9C6C281F-AAEC-4D08-8631-C8E444165896}" presName="tx1" presStyleLbl="revTx" presStyleIdx="3" presStyleCnt="6"/>
      <dgm:spPr/>
    </dgm:pt>
    <dgm:pt modelId="{4EB300C1-7278-4461-8F10-A6D9B9D48CD9}" type="pres">
      <dgm:prSet presAssocID="{9C6C281F-AAEC-4D08-8631-C8E444165896}" presName="vert1" presStyleCnt="0"/>
      <dgm:spPr/>
    </dgm:pt>
    <dgm:pt modelId="{F03C2A2F-22CB-43D7-950C-99E24C1797D0}" type="pres">
      <dgm:prSet presAssocID="{F15A585D-81A9-4DDC-B098-3A27346CD755}" presName="thickLine" presStyleLbl="alignNode1" presStyleIdx="4" presStyleCnt="6"/>
      <dgm:spPr/>
    </dgm:pt>
    <dgm:pt modelId="{1BBA0CEE-C30E-40E5-83D6-50E7425ACA2C}" type="pres">
      <dgm:prSet presAssocID="{F15A585D-81A9-4DDC-B098-3A27346CD755}" presName="horz1" presStyleCnt="0"/>
      <dgm:spPr/>
    </dgm:pt>
    <dgm:pt modelId="{9F47BACC-A37B-4747-B0E6-74DC00115027}" type="pres">
      <dgm:prSet presAssocID="{F15A585D-81A9-4DDC-B098-3A27346CD755}" presName="tx1" presStyleLbl="revTx" presStyleIdx="4" presStyleCnt="6"/>
      <dgm:spPr/>
    </dgm:pt>
    <dgm:pt modelId="{DE542F8D-4952-46A3-AB45-2FEBA70D390C}" type="pres">
      <dgm:prSet presAssocID="{F15A585D-81A9-4DDC-B098-3A27346CD755}" presName="vert1" presStyleCnt="0"/>
      <dgm:spPr/>
    </dgm:pt>
    <dgm:pt modelId="{EB25E8BD-111B-4BA9-BDCE-DC793BEBF818}" type="pres">
      <dgm:prSet presAssocID="{96E366BB-9007-4846-9707-207F31E8C3C8}" presName="thickLine" presStyleLbl="alignNode1" presStyleIdx="5" presStyleCnt="6"/>
      <dgm:spPr/>
    </dgm:pt>
    <dgm:pt modelId="{9ABC01AA-F92D-4AEB-AEA6-E62885AE327E}" type="pres">
      <dgm:prSet presAssocID="{96E366BB-9007-4846-9707-207F31E8C3C8}" presName="horz1" presStyleCnt="0"/>
      <dgm:spPr/>
    </dgm:pt>
    <dgm:pt modelId="{BC124D27-68EF-4D43-A3D2-9D2563848724}" type="pres">
      <dgm:prSet presAssocID="{96E366BB-9007-4846-9707-207F31E8C3C8}" presName="tx1" presStyleLbl="revTx" presStyleIdx="5" presStyleCnt="6"/>
      <dgm:spPr/>
    </dgm:pt>
    <dgm:pt modelId="{7AC4E58F-8A67-4705-900E-104B10274F3C}" type="pres">
      <dgm:prSet presAssocID="{96E366BB-9007-4846-9707-207F31E8C3C8}" presName="vert1" presStyleCnt="0"/>
      <dgm:spPr/>
    </dgm:pt>
  </dgm:ptLst>
  <dgm:cxnLst>
    <dgm:cxn modelId="{83531904-2F53-48CF-8214-9DAD016F85E6}" type="presOf" srcId="{9C6C281F-AAEC-4D08-8631-C8E444165896}" destId="{2F7C7C18-BFE4-4651-8FF6-F29ECC388929}" srcOrd="0" destOrd="0" presId="urn:microsoft.com/office/officeart/2008/layout/LinedList"/>
    <dgm:cxn modelId="{97C2D50C-3285-44A7-B151-3A3FD356B73E}" srcId="{C26CC7AA-3438-4DBD-9DB0-9933DDF1F3A8}" destId="{DE1F0BF5-1649-4FEA-8611-DE8A44375AC9}" srcOrd="0" destOrd="0" parTransId="{06C41738-0F7E-4183-A141-DBDFD162D8C3}" sibTransId="{52305FCF-41AD-47C4-BBA5-9320C9FAA04F}"/>
    <dgm:cxn modelId="{8B10BF19-2DC5-4826-9061-A52A788C1F29}" srcId="{C26CC7AA-3438-4DBD-9DB0-9933DDF1F3A8}" destId="{9C6C281F-AAEC-4D08-8631-C8E444165896}" srcOrd="3" destOrd="0" parTransId="{249376AF-CD48-4A99-B29F-67FCF50B2489}" sibTransId="{75407890-6FA4-41B9-8343-E0DD6C19B727}"/>
    <dgm:cxn modelId="{026AC622-23FD-48F7-AE68-935EB4C43398}" srcId="{C26CC7AA-3438-4DBD-9DB0-9933DDF1F3A8}" destId="{F15A585D-81A9-4DDC-B098-3A27346CD755}" srcOrd="4" destOrd="0" parTransId="{63F685BA-2FC3-4D6A-A7E1-0B02D4114368}" sibTransId="{E7880795-6874-4E27-8C54-39AC440AF678}"/>
    <dgm:cxn modelId="{2563B32F-AD72-4948-8E51-8C3E18065276}" srcId="{C26CC7AA-3438-4DBD-9DB0-9933DDF1F3A8}" destId="{E660735C-115A-4E4D-9398-B310069799E8}" srcOrd="1" destOrd="0" parTransId="{AA5E32F6-EEA6-47CC-9FB5-3B2BF9ABDF98}" sibTransId="{AFFCB170-DB46-4DDD-91FE-5F87025C17C4}"/>
    <dgm:cxn modelId="{8777A132-0677-422D-9025-0EF36F3ACC2A}" type="presOf" srcId="{DE1F0BF5-1649-4FEA-8611-DE8A44375AC9}" destId="{F3535D83-C88C-4515-9128-00C86A19BF8D}" srcOrd="0" destOrd="0" presId="urn:microsoft.com/office/officeart/2008/layout/LinedList"/>
    <dgm:cxn modelId="{4102F644-D171-4112-8F87-2DED2294D33E}" type="presOf" srcId="{C26CC7AA-3438-4DBD-9DB0-9933DDF1F3A8}" destId="{B4BAE418-3B7E-441E-815C-5B6D5F803305}" srcOrd="0" destOrd="0" presId="urn:microsoft.com/office/officeart/2008/layout/LinedList"/>
    <dgm:cxn modelId="{0771DF52-5011-4815-B4D2-0FB4F34C85F8}" type="presOf" srcId="{22A9E50B-0864-4DA4-9F6C-5CABB6918A6B}" destId="{4EFE0F52-03BD-4F25-8040-20BEA4270AC5}" srcOrd="0" destOrd="0" presId="urn:microsoft.com/office/officeart/2008/layout/LinedList"/>
    <dgm:cxn modelId="{6F32D68A-F38E-4B64-BC09-6F0F0E61990F}" srcId="{C26CC7AA-3438-4DBD-9DB0-9933DDF1F3A8}" destId="{22A9E50B-0864-4DA4-9F6C-5CABB6918A6B}" srcOrd="2" destOrd="0" parTransId="{7826B21F-1205-4112-8FBE-363741C5898D}" sibTransId="{4F2BBDB2-AA62-4CD5-8A0A-DA18108C1648}"/>
    <dgm:cxn modelId="{B15C10A0-016A-475F-A05A-04DC61C55D86}" type="presOf" srcId="{E660735C-115A-4E4D-9398-B310069799E8}" destId="{B00FB577-C772-46BD-A260-2D1451912842}" srcOrd="0" destOrd="0" presId="urn:microsoft.com/office/officeart/2008/layout/LinedList"/>
    <dgm:cxn modelId="{1BCA59B7-1293-4D0A-BFA0-BB378A6A18AB}" srcId="{C26CC7AA-3438-4DBD-9DB0-9933DDF1F3A8}" destId="{96E366BB-9007-4846-9707-207F31E8C3C8}" srcOrd="5" destOrd="0" parTransId="{84A45DC1-FA0C-479D-BC56-E55B5FAA8E22}" sibTransId="{8FCFF5E4-9B4D-43BA-8931-582EA40A8C9A}"/>
    <dgm:cxn modelId="{BF25FDD1-B933-4213-8EB4-3B42B9135554}" type="presOf" srcId="{F15A585D-81A9-4DDC-B098-3A27346CD755}" destId="{9F47BACC-A37B-4747-B0E6-74DC00115027}" srcOrd="0" destOrd="0" presId="urn:microsoft.com/office/officeart/2008/layout/LinedList"/>
    <dgm:cxn modelId="{9DCBEAFD-BC58-4536-9677-A063DF78E8D6}" type="presOf" srcId="{96E366BB-9007-4846-9707-207F31E8C3C8}" destId="{BC124D27-68EF-4D43-A3D2-9D2563848724}" srcOrd="0" destOrd="0" presId="urn:microsoft.com/office/officeart/2008/layout/LinedList"/>
    <dgm:cxn modelId="{B836848E-5FBD-42DB-B925-94CD8393B6E0}" type="presParOf" srcId="{B4BAE418-3B7E-441E-815C-5B6D5F803305}" destId="{B3B28383-88FA-4B03-90ED-16F3FC709D09}" srcOrd="0" destOrd="0" presId="urn:microsoft.com/office/officeart/2008/layout/LinedList"/>
    <dgm:cxn modelId="{8CF854F7-B500-466F-B200-0670FB088852}" type="presParOf" srcId="{B4BAE418-3B7E-441E-815C-5B6D5F803305}" destId="{C5C62A6D-5765-4AEB-B95A-4104119F7065}" srcOrd="1" destOrd="0" presId="urn:microsoft.com/office/officeart/2008/layout/LinedList"/>
    <dgm:cxn modelId="{9E146BD5-F5C5-49B4-A161-C7DA368AF298}" type="presParOf" srcId="{C5C62A6D-5765-4AEB-B95A-4104119F7065}" destId="{F3535D83-C88C-4515-9128-00C86A19BF8D}" srcOrd="0" destOrd="0" presId="urn:microsoft.com/office/officeart/2008/layout/LinedList"/>
    <dgm:cxn modelId="{EBA5ED95-24FF-43B7-8C2F-F86D0936AB3F}" type="presParOf" srcId="{C5C62A6D-5765-4AEB-B95A-4104119F7065}" destId="{A4255B04-5884-4DAC-8115-CB3A7EAB4749}" srcOrd="1" destOrd="0" presId="urn:microsoft.com/office/officeart/2008/layout/LinedList"/>
    <dgm:cxn modelId="{F3C4B1AF-73F7-40D7-81CE-D4B3E5925023}" type="presParOf" srcId="{B4BAE418-3B7E-441E-815C-5B6D5F803305}" destId="{8E318A75-E4DB-4612-9969-8137A6AA2C3D}" srcOrd="2" destOrd="0" presId="urn:microsoft.com/office/officeart/2008/layout/LinedList"/>
    <dgm:cxn modelId="{A60D54A5-1929-4E4E-A4B8-C8C3C974B075}" type="presParOf" srcId="{B4BAE418-3B7E-441E-815C-5B6D5F803305}" destId="{BCD22C0E-8B1E-4D55-899A-A1D7FDB20721}" srcOrd="3" destOrd="0" presId="urn:microsoft.com/office/officeart/2008/layout/LinedList"/>
    <dgm:cxn modelId="{F84A3303-96F3-491D-8216-B5425A654BB8}" type="presParOf" srcId="{BCD22C0E-8B1E-4D55-899A-A1D7FDB20721}" destId="{B00FB577-C772-46BD-A260-2D1451912842}" srcOrd="0" destOrd="0" presId="urn:microsoft.com/office/officeart/2008/layout/LinedList"/>
    <dgm:cxn modelId="{1CDA9215-ADDC-4650-995A-C9A7D1059095}" type="presParOf" srcId="{BCD22C0E-8B1E-4D55-899A-A1D7FDB20721}" destId="{CD3456D5-AA73-4740-90CB-BE4B15B6CFEC}" srcOrd="1" destOrd="0" presId="urn:microsoft.com/office/officeart/2008/layout/LinedList"/>
    <dgm:cxn modelId="{F23C8DCB-944A-4C2E-8517-99E07745FEF4}" type="presParOf" srcId="{B4BAE418-3B7E-441E-815C-5B6D5F803305}" destId="{FF9445B4-37EC-4FC8-8A0B-AC2A011848E3}" srcOrd="4" destOrd="0" presId="urn:microsoft.com/office/officeart/2008/layout/LinedList"/>
    <dgm:cxn modelId="{92C52CD8-B33C-4311-B31C-D6A873B29B41}" type="presParOf" srcId="{B4BAE418-3B7E-441E-815C-5B6D5F803305}" destId="{E4F8B55E-61AF-4598-B150-061294B1DF05}" srcOrd="5" destOrd="0" presId="urn:microsoft.com/office/officeart/2008/layout/LinedList"/>
    <dgm:cxn modelId="{BE31F450-B1A3-4DE4-BDE5-04DB36E8DCA5}" type="presParOf" srcId="{E4F8B55E-61AF-4598-B150-061294B1DF05}" destId="{4EFE0F52-03BD-4F25-8040-20BEA4270AC5}" srcOrd="0" destOrd="0" presId="urn:microsoft.com/office/officeart/2008/layout/LinedList"/>
    <dgm:cxn modelId="{8D0500BF-B829-405C-9E86-8E63540D71A9}" type="presParOf" srcId="{E4F8B55E-61AF-4598-B150-061294B1DF05}" destId="{1FB865FB-DCC8-4A8E-B1A8-D2EE2A85D282}" srcOrd="1" destOrd="0" presId="urn:microsoft.com/office/officeart/2008/layout/LinedList"/>
    <dgm:cxn modelId="{F38B9027-37CB-4744-992C-D9C5D0CD2D60}" type="presParOf" srcId="{B4BAE418-3B7E-441E-815C-5B6D5F803305}" destId="{060A4D17-5E27-4E56-B550-97181EE0576D}" srcOrd="6" destOrd="0" presId="urn:microsoft.com/office/officeart/2008/layout/LinedList"/>
    <dgm:cxn modelId="{B1E34C1F-077B-4DB0-AFB1-38CA02012F40}" type="presParOf" srcId="{B4BAE418-3B7E-441E-815C-5B6D5F803305}" destId="{AFDC9AB1-4504-4488-90BC-0F77C7EAF9D8}" srcOrd="7" destOrd="0" presId="urn:microsoft.com/office/officeart/2008/layout/LinedList"/>
    <dgm:cxn modelId="{16996383-C0FF-443C-A3F1-57C13738A84D}" type="presParOf" srcId="{AFDC9AB1-4504-4488-90BC-0F77C7EAF9D8}" destId="{2F7C7C18-BFE4-4651-8FF6-F29ECC388929}" srcOrd="0" destOrd="0" presId="urn:microsoft.com/office/officeart/2008/layout/LinedList"/>
    <dgm:cxn modelId="{0175CA59-D0D8-41D1-BF31-B808711F615E}" type="presParOf" srcId="{AFDC9AB1-4504-4488-90BC-0F77C7EAF9D8}" destId="{4EB300C1-7278-4461-8F10-A6D9B9D48CD9}" srcOrd="1" destOrd="0" presId="urn:microsoft.com/office/officeart/2008/layout/LinedList"/>
    <dgm:cxn modelId="{38A73D87-94D9-45C2-8840-2DF22797AD81}" type="presParOf" srcId="{B4BAE418-3B7E-441E-815C-5B6D5F803305}" destId="{F03C2A2F-22CB-43D7-950C-99E24C1797D0}" srcOrd="8" destOrd="0" presId="urn:microsoft.com/office/officeart/2008/layout/LinedList"/>
    <dgm:cxn modelId="{7DFD959A-718E-4BEC-ACFF-2FC7AA6F2528}" type="presParOf" srcId="{B4BAE418-3B7E-441E-815C-5B6D5F803305}" destId="{1BBA0CEE-C30E-40E5-83D6-50E7425ACA2C}" srcOrd="9" destOrd="0" presId="urn:microsoft.com/office/officeart/2008/layout/LinedList"/>
    <dgm:cxn modelId="{BD2E2090-CA68-4AF5-961D-32DDF0095458}" type="presParOf" srcId="{1BBA0CEE-C30E-40E5-83D6-50E7425ACA2C}" destId="{9F47BACC-A37B-4747-B0E6-74DC00115027}" srcOrd="0" destOrd="0" presId="urn:microsoft.com/office/officeart/2008/layout/LinedList"/>
    <dgm:cxn modelId="{2C92596D-8CCE-4267-92B6-173C4EBE7211}" type="presParOf" srcId="{1BBA0CEE-C30E-40E5-83D6-50E7425ACA2C}" destId="{DE542F8D-4952-46A3-AB45-2FEBA70D390C}" srcOrd="1" destOrd="0" presId="urn:microsoft.com/office/officeart/2008/layout/LinedList"/>
    <dgm:cxn modelId="{2DC326F4-3840-410F-8676-0C0875BB6C7B}" type="presParOf" srcId="{B4BAE418-3B7E-441E-815C-5B6D5F803305}" destId="{EB25E8BD-111B-4BA9-BDCE-DC793BEBF818}" srcOrd="10" destOrd="0" presId="urn:microsoft.com/office/officeart/2008/layout/LinedList"/>
    <dgm:cxn modelId="{9EE5E980-3E0E-494A-BCEB-16F6418275DB}" type="presParOf" srcId="{B4BAE418-3B7E-441E-815C-5B6D5F803305}" destId="{9ABC01AA-F92D-4AEB-AEA6-E62885AE327E}" srcOrd="11" destOrd="0" presId="urn:microsoft.com/office/officeart/2008/layout/LinedList"/>
    <dgm:cxn modelId="{7347E02F-A8AF-45AA-9728-A4D49D9231FA}" type="presParOf" srcId="{9ABC01AA-F92D-4AEB-AEA6-E62885AE327E}" destId="{BC124D27-68EF-4D43-A3D2-9D2563848724}" srcOrd="0" destOrd="0" presId="urn:microsoft.com/office/officeart/2008/layout/LinedList"/>
    <dgm:cxn modelId="{A7BBB6C6-1E8F-42C5-A647-92F502158277}" type="presParOf" srcId="{9ABC01AA-F92D-4AEB-AEA6-E62885AE327E}" destId="{7AC4E58F-8A67-4705-900E-104B10274F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9D03D43-54A8-4010-98B3-6A676B20C5E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1785FB-6075-4E0B-95BF-CB269D0D45A1}">
      <dgm:prSet/>
      <dgm:spPr/>
      <dgm:t>
        <a:bodyPr/>
        <a:lstStyle/>
        <a:p>
          <a:r>
            <a:rPr lang="en-IN" b="1"/>
            <a:t>Short answer:  No</a:t>
          </a:r>
          <a:endParaRPr lang="en-US"/>
        </a:p>
      </dgm:t>
    </dgm:pt>
    <dgm:pt modelId="{5905ED50-8063-41F5-A2EB-12377F2231A8}" type="parTrans" cxnId="{35A457C5-EECD-4EC5-8E33-E3349A5B1B77}">
      <dgm:prSet/>
      <dgm:spPr/>
      <dgm:t>
        <a:bodyPr/>
        <a:lstStyle/>
        <a:p>
          <a:endParaRPr lang="en-US"/>
        </a:p>
      </dgm:t>
    </dgm:pt>
    <dgm:pt modelId="{160C8FD6-48F8-4D3E-8F8D-BE9C4B3945E3}" type="sibTrans" cxnId="{35A457C5-EECD-4EC5-8E33-E3349A5B1B77}">
      <dgm:prSet/>
      <dgm:spPr/>
      <dgm:t>
        <a:bodyPr/>
        <a:lstStyle/>
        <a:p>
          <a:endParaRPr lang="en-US"/>
        </a:p>
      </dgm:t>
    </dgm:pt>
    <dgm:pt modelId="{8B2D76A7-0486-46E3-9977-A5F0979D7B87}">
      <dgm:prSet/>
      <dgm:spPr/>
      <dgm:t>
        <a:bodyPr/>
        <a:lstStyle/>
        <a:p>
          <a:r>
            <a:rPr lang="en-IN" b="1"/>
            <a:t>Correct answer: Needed Only when using engines that require execution context</a:t>
          </a:r>
          <a:endParaRPr lang="en-US"/>
        </a:p>
      </dgm:t>
    </dgm:pt>
    <dgm:pt modelId="{516646B5-84E5-420E-9CD3-436B60526A15}" type="parTrans" cxnId="{E9F82B99-E1D6-452D-95DC-C78A38073095}">
      <dgm:prSet/>
      <dgm:spPr/>
      <dgm:t>
        <a:bodyPr/>
        <a:lstStyle/>
        <a:p>
          <a:endParaRPr lang="en-US"/>
        </a:p>
      </dgm:t>
    </dgm:pt>
    <dgm:pt modelId="{5104811F-4AE6-44AF-85C2-786403C4F7F4}" type="sibTrans" cxnId="{E9F82B99-E1D6-452D-95DC-C78A38073095}">
      <dgm:prSet/>
      <dgm:spPr/>
      <dgm:t>
        <a:bodyPr/>
        <a:lstStyle/>
        <a:p>
          <a:endParaRPr lang="en-US"/>
        </a:p>
      </dgm:t>
    </dgm:pt>
    <dgm:pt modelId="{3F8925CD-D1BC-498D-A855-A15ED9687AD1}" type="pres">
      <dgm:prSet presAssocID="{F9D03D43-54A8-4010-98B3-6A676B20C5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FDEB98-FA45-4916-AA27-3042402C50A9}" type="pres">
      <dgm:prSet presAssocID="{FD1785FB-6075-4E0B-95BF-CB269D0D45A1}" presName="hierRoot1" presStyleCnt="0"/>
      <dgm:spPr/>
    </dgm:pt>
    <dgm:pt modelId="{1EEF407F-2EFB-41E5-B8B0-361DCF59C435}" type="pres">
      <dgm:prSet presAssocID="{FD1785FB-6075-4E0B-95BF-CB269D0D45A1}" presName="composite" presStyleCnt="0"/>
      <dgm:spPr/>
    </dgm:pt>
    <dgm:pt modelId="{A085909F-1D0E-4061-86A6-D093D17E75AB}" type="pres">
      <dgm:prSet presAssocID="{FD1785FB-6075-4E0B-95BF-CB269D0D45A1}" presName="background" presStyleLbl="node0" presStyleIdx="0" presStyleCnt="2"/>
      <dgm:spPr/>
    </dgm:pt>
    <dgm:pt modelId="{19F981B4-7B8F-440A-97DC-61182EA9709B}" type="pres">
      <dgm:prSet presAssocID="{FD1785FB-6075-4E0B-95BF-CB269D0D45A1}" presName="text" presStyleLbl="fgAcc0" presStyleIdx="0" presStyleCnt="2">
        <dgm:presLayoutVars>
          <dgm:chPref val="3"/>
        </dgm:presLayoutVars>
      </dgm:prSet>
      <dgm:spPr/>
    </dgm:pt>
    <dgm:pt modelId="{BD9AB1E3-E28B-4E1D-8ED8-B6EE72F4E948}" type="pres">
      <dgm:prSet presAssocID="{FD1785FB-6075-4E0B-95BF-CB269D0D45A1}" presName="hierChild2" presStyleCnt="0"/>
      <dgm:spPr/>
    </dgm:pt>
    <dgm:pt modelId="{BF46FF14-2958-4745-AAC1-A8DEC3F1AA54}" type="pres">
      <dgm:prSet presAssocID="{8B2D76A7-0486-46E3-9977-A5F0979D7B87}" presName="hierRoot1" presStyleCnt="0"/>
      <dgm:spPr/>
    </dgm:pt>
    <dgm:pt modelId="{609A94E5-886E-446F-B116-A59357AE467D}" type="pres">
      <dgm:prSet presAssocID="{8B2D76A7-0486-46E3-9977-A5F0979D7B87}" presName="composite" presStyleCnt="0"/>
      <dgm:spPr/>
    </dgm:pt>
    <dgm:pt modelId="{98409F9A-5B43-4922-87C2-7C2671F6223D}" type="pres">
      <dgm:prSet presAssocID="{8B2D76A7-0486-46E3-9977-A5F0979D7B87}" presName="background" presStyleLbl="node0" presStyleIdx="1" presStyleCnt="2"/>
      <dgm:spPr/>
    </dgm:pt>
    <dgm:pt modelId="{B5C48CEB-BE28-4AF8-9B4E-7E5908420C2B}" type="pres">
      <dgm:prSet presAssocID="{8B2D76A7-0486-46E3-9977-A5F0979D7B87}" presName="text" presStyleLbl="fgAcc0" presStyleIdx="1" presStyleCnt="2">
        <dgm:presLayoutVars>
          <dgm:chPref val="3"/>
        </dgm:presLayoutVars>
      </dgm:prSet>
      <dgm:spPr/>
    </dgm:pt>
    <dgm:pt modelId="{5205CE78-5803-4164-AD6C-BD044A8479FB}" type="pres">
      <dgm:prSet presAssocID="{8B2D76A7-0486-46E3-9977-A5F0979D7B87}" presName="hierChild2" presStyleCnt="0"/>
      <dgm:spPr/>
    </dgm:pt>
  </dgm:ptLst>
  <dgm:cxnLst>
    <dgm:cxn modelId="{5606BB72-52FC-4A55-87B8-4CB8485694F4}" type="presOf" srcId="{F9D03D43-54A8-4010-98B3-6A676B20C5EB}" destId="{3F8925CD-D1BC-498D-A855-A15ED9687AD1}" srcOrd="0" destOrd="0" presId="urn:microsoft.com/office/officeart/2005/8/layout/hierarchy1"/>
    <dgm:cxn modelId="{DDECD48C-499F-4AB3-8682-0BC779983801}" type="presOf" srcId="{8B2D76A7-0486-46E3-9977-A5F0979D7B87}" destId="{B5C48CEB-BE28-4AF8-9B4E-7E5908420C2B}" srcOrd="0" destOrd="0" presId="urn:microsoft.com/office/officeart/2005/8/layout/hierarchy1"/>
    <dgm:cxn modelId="{B9F0D48C-36D9-4F38-86EC-10D2919D0CC3}" type="presOf" srcId="{FD1785FB-6075-4E0B-95BF-CB269D0D45A1}" destId="{19F981B4-7B8F-440A-97DC-61182EA9709B}" srcOrd="0" destOrd="0" presId="urn:microsoft.com/office/officeart/2005/8/layout/hierarchy1"/>
    <dgm:cxn modelId="{E9F82B99-E1D6-452D-95DC-C78A38073095}" srcId="{F9D03D43-54A8-4010-98B3-6A676B20C5EB}" destId="{8B2D76A7-0486-46E3-9977-A5F0979D7B87}" srcOrd="1" destOrd="0" parTransId="{516646B5-84E5-420E-9CD3-436B60526A15}" sibTransId="{5104811F-4AE6-44AF-85C2-786403C4F7F4}"/>
    <dgm:cxn modelId="{35A457C5-EECD-4EC5-8E33-E3349A5B1B77}" srcId="{F9D03D43-54A8-4010-98B3-6A676B20C5EB}" destId="{FD1785FB-6075-4E0B-95BF-CB269D0D45A1}" srcOrd="0" destOrd="0" parTransId="{5905ED50-8063-41F5-A2EB-12377F2231A8}" sibTransId="{160C8FD6-48F8-4D3E-8F8D-BE9C4B3945E3}"/>
    <dgm:cxn modelId="{CB20D5D1-48BB-48E0-8F6A-C27819446E22}" type="presParOf" srcId="{3F8925CD-D1BC-498D-A855-A15ED9687AD1}" destId="{8BFDEB98-FA45-4916-AA27-3042402C50A9}" srcOrd="0" destOrd="0" presId="urn:microsoft.com/office/officeart/2005/8/layout/hierarchy1"/>
    <dgm:cxn modelId="{064704AC-5D4A-4E85-A17E-BF76FFEC9B80}" type="presParOf" srcId="{8BFDEB98-FA45-4916-AA27-3042402C50A9}" destId="{1EEF407F-2EFB-41E5-B8B0-361DCF59C435}" srcOrd="0" destOrd="0" presId="urn:microsoft.com/office/officeart/2005/8/layout/hierarchy1"/>
    <dgm:cxn modelId="{C8AA77F5-5F87-46DE-B7C0-B99A042CEA0E}" type="presParOf" srcId="{1EEF407F-2EFB-41E5-B8B0-361DCF59C435}" destId="{A085909F-1D0E-4061-86A6-D093D17E75AB}" srcOrd="0" destOrd="0" presId="urn:microsoft.com/office/officeart/2005/8/layout/hierarchy1"/>
    <dgm:cxn modelId="{764AE2A9-1BF4-4AC6-83FE-A3979236DBB0}" type="presParOf" srcId="{1EEF407F-2EFB-41E5-B8B0-361DCF59C435}" destId="{19F981B4-7B8F-440A-97DC-61182EA9709B}" srcOrd="1" destOrd="0" presId="urn:microsoft.com/office/officeart/2005/8/layout/hierarchy1"/>
    <dgm:cxn modelId="{BE09F6F4-519F-42EB-B3B9-ABC8733BE925}" type="presParOf" srcId="{8BFDEB98-FA45-4916-AA27-3042402C50A9}" destId="{BD9AB1E3-E28B-4E1D-8ED8-B6EE72F4E948}" srcOrd="1" destOrd="0" presId="urn:microsoft.com/office/officeart/2005/8/layout/hierarchy1"/>
    <dgm:cxn modelId="{D59DF138-C0FD-407D-935A-CD0092AAB782}" type="presParOf" srcId="{3F8925CD-D1BC-498D-A855-A15ED9687AD1}" destId="{BF46FF14-2958-4745-AAC1-A8DEC3F1AA54}" srcOrd="1" destOrd="0" presId="urn:microsoft.com/office/officeart/2005/8/layout/hierarchy1"/>
    <dgm:cxn modelId="{975F8C63-FF02-42CD-8364-D0F9663F10AD}" type="presParOf" srcId="{BF46FF14-2958-4745-AAC1-A8DEC3F1AA54}" destId="{609A94E5-886E-446F-B116-A59357AE467D}" srcOrd="0" destOrd="0" presId="urn:microsoft.com/office/officeart/2005/8/layout/hierarchy1"/>
    <dgm:cxn modelId="{160888DB-A8EE-4048-B41C-E1D43E524E97}" type="presParOf" srcId="{609A94E5-886E-446F-B116-A59357AE467D}" destId="{98409F9A-5B43-4922-87C2-7C2671F6223D}" srcOrd="0" destOrd="0" presId="urn:microsoft.com/office/officeart/2005/8/layout/hierarchy1"/>
    <dgm:cxn modelId="{E38CFCA9-0B50-4CA0-BEBF-AC14505C134F}" type="presParOf" srcId="{609A94E5-886E-446F-B116-A59357AE467D}" destId="{B5C48CEB-BE28-4AF8-9B4E-7E5908420C2B}" srcOrd="1" destOrd="0" presId="urn:microsoft.com/office/officeart/2005/8/layout/hierarchy1"/>
    <dgm:cxn modelId="{27FD8D65-0EE0-47D4-9599-C7640CFA51BE}" type="presParOf" srcId="{BF46FF14-2958-4745-AAC1-A8DEC3F1AA54}" destId="{5205CE78-5803-4164-AD6C-BD044A8479F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7A83E6C-89A6-4D1D-A176-487453BE276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89980B-33F3-47EC-836F-E55D60AFBE33}">
      <dgm:prSet/>
      <dgm:spPr/>
      <dgm:t>
        <a:bodyPr/>
        <a:lstStyle/>
        <a:p>
          <a:r>
            <a:rPr lang="en-IN" b="1"/>
            <a:t>In Spark, everything starts with SparkSession.It is the entry point to:</a:t>
          </a:r>
          <a:endParaRPr lang="en-US"/>
        </a:p>
      </dgm:t>
    </dgm:pt>
    <dgm:pt modelId="{8F5D0708-32E5-450C-93FE-CE9C9EC35104}" type="parTrans" cxnId="{CBF1AD1D-A85D-4428-B1F9-D43844E48167}">
      <dgm:prSet/>
      <dgm:spPr/>
      <dgm:t>
        <a:bodyPr/>
        <a:lstStyle/>
        <a:p>
          <a:endParaRPr lang="en-US"/>
        </a:p>
      </dgm:t>
    </dgm:pt>
    <dgm:pt modelId="{C500051F-B0B0-48BA-AF2B-B2CF11CB8BE9}" type="sibTrans" cxnId="{CBF1AD1D-A85D-4428-B1F9-D43844E48167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F71B9FC4-6592-4F13-AD71-A7992421A81E}">
      <dgm:prSet/>
      <dgm:spPr/>
      <dgm:t>
        <a:bodyPr/>
        <a:lstStyle/>
        <a:p>
          <a:r>
            <a:rPr lang="en-IN" b="1"/>
            <a:t>Read data</a:t>
          </a:r>
          <a:endParaRPr lang="en-US"/>
        </a:p>
      </dgm:t>
    </dgm:pt>
    <dgm:pt modelId="{D467F81D-1981-402C-BB19-B64A8F878399}" type="parTrans" cxnId="{7ABEA40D-40AD-4FA3-8851-4C85EE1BACDC}">
      <dgm:prSet/>
      <dgm:spPr/>
      <dgm:t>
        <a:bodyPr/>
        <a:lstStyle/>
        <a:p>
          <a:endParaRPr lang="en-US"/>
        </a:p>
      </dgm:t>
    </dgm:pt>
    <dgm:pt modelId="{503D1AC3-153A-4A4B-BA8E-325B805B6B1C}" type="sibTrans" cxnId="{7ABEA40D-40AD-4FA3-8851-4C85EE1BACD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32EC2A2-A507-4AEC-B7A2-37BA40C3D502}">
      <dgm:prSet/>
      <dgm:spPr/>
      <dgm:t>
        <a:bodyPr/>
        <a:lstStyle/>
        <a:p>
          <a:r>
            <a:rPr lang="en-IN" b="1"/>
            <a:t>Create DataFrames</a:t>
          </a:r>
          <a:endParaRPr lang="en-US"/>
        </a:p>
      </dgm:t>
    </dgm:pt>
    <dgm:pt modelId="{1D87B385-28BE-415B-B33F-E22E945D9E5F}" type="parTrans" cxnId="{CAEC07A4-8B27-4177-9372-3C62A38B9C83}">
      <dgm:prSet/>
      <dgm:spPr/>
      <dgm:t>
        <a:bodyPr/>
        <a:lstStyle/>
        <a:p>
          <a:endParaRPr lang="en-US"/>
        </a:p>
      </dgm:t>
    </dgm:pt>
    <dgm:pt modelId="{D0D3FFB6-AAAD-4F5D-8F3F-47CE466E484E}" type="sibTrans" cxnId="{CAEC07A4-8B27-4177-9372-3C62A38B9C83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7255FFF-2F01-425E-B3E0-933D6AC9C992}">
      <dgm:prSet/>
      <dgm:spPr/>
      <dgm:t>
        <a:bodyPr/>
        <a:lstStyle/>
        <a:p>
          <a:r>
            <a:rPr lang="en-IN" b="1"/>
            <a:t>Execute Spark jobs”</a:t>
          </a:r>
          <a:endParaRPr lang="en-US"/>
        </a:p>
      </dgm:t>
    </dgm:pt>
    <dgm:pt modelId="{EB5CD799-E678-4051-B822-C106F1EED9A2}" type="parTrans" cxnId="{03F24D19-799A-4955-AD25-2B92A26666A1}">
      <dgm:prSet/>
      <dgm:spPr/>
      <dgm:t>
        <a:bodyPr/>
        <a:lstStyle/>
        <a:p>
          <a:endParaRPr lang="en-US"/>
        </a:p>
      </dgm:t>
    </dgm:pt>
    <dgm:pt modelId="{1C940074-7296-4215-9568-FE53D7C4920D}" type="sibTrans" cxnId="{03F24D19-799A-4955-AD25-2B92A26666A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CEFE200-A3A5-4B80-B56A-5C78EE8A5C21}" type="pres">
      <dgm:prSet presAssocID="{97A83E6C-89A6-4D1D-A176-487453BE276F}" presName="Name0" presStyleCnt="0">
        <dgm:presLayoutVars>
          <dgm:animLvl val="lvl"/>
          <dgm:resizeHandles val="exact"/>
        </dgm:presLayoutVars>
      </dgm:prSet>
      <dgm:spPr/>
    </dgm:pt>
    <dgm:pt modelId="{C75A2F39-A564-479A-8685-B46AD2CED8D8}" type="pres">
      <dgm:prSet presAssocID="{6589980B-33F3-47EC-836F-E55D60AFBE33}" presName="compositeNode" presStyleCnt="0">
        <dgm:presLayoutVars>
          <dgm:bulletEnabled val="1"/>
        </dgm:presLayoutVars>
      </dgm:prSet>
      <dgm:spPr/>
    </dgm:pt>
    <dgm:pt modelId="{5634BFAB-FF56-4664-956A-634CD576D941}" type="pres">
      <dgm:prSet presAssocID="{6589980B-33F3-47EC-836F-E55D60AFBE33}" presName="bgRect" presStyleLbl="alignNode1" presStyleIdx="0" presStyleCnt="4"/>
      <dgm:spPr/>
    </dgm:pt>
    <dgm:pt modelId="{CE8D7232-8CD3-47E5-9516-37290A4C90E3}" type="pres">
      <dgm:prSet presAssocID="{C500051F-B0B0-48BA-AF2B-B2CF11CB8BE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EBA5099A-32B3-427E-A976-02FDC7384201}" type="pres">
      <dgm:prSet presAssocID="{6589980B-33F3-47EC-836F-E55D60AFBE33}" presName="nodeRect" presStyleLbl="alignNode1" presStyleIdx="0" presStyleCnt="4">
        <dgm:presLayoutVars>
          <dgm:bulletEnabled val="1"/>
        </dgm:presLayoutVars>
      </dgm:prSet>
      <dgm:spPr/>
    </dgm:pt>
    <dgm:pt modelId="{AFEB8385-912E-4C02-AD93-257E6866F729}" type="pres">
      <dgm:prSet presAssocID="{C500051F-B0B0-48BA-AF2B-B2CF11CB8BE9}" presName="sibTrans" presStyleCnt="0"/>
      <dgm:spPr/>
    </dgm:pt>
    <dgm:pt modelId="{31DAF561-3AA4-4F94-96B8-46620F3778B2}" type="pres">
      <dgm:prSet presAssocID="{F71B9FC4-6592-4F13-AD71-A7992421A81E}" presName="compositeNode" presStyleCnt="0">
        <dgm:presLayoutVars>
          <dgm:bulletEnabled val="1"/>
        </dgm:presLayoutVars>
      </dgm:prSet>
      <dgm:spPr/>
    </dgm:pt>
    <dgm:pt modelId="{8CEF1D31-DC93-460A-880E-AEB7820A2F16}" type="pres">
      <dgm:prSet presAssocID="{F71B9FC4-6592-4F13-AD71-A7992421A81E}" presName="bgRect" presStyleLbl="alignNode1" presStyleIdx="1" presStyleCnt="4"/>
      <dgm:spPr/>
    </dgm:pt>
    <dgm:pt modelId="{3A766051-1296-4BDA-9EFA-1CE7AB52BED2}" type="pres">
      <dgm:prSet presAssocID="{503D1AC3-153A-4A4B-BA8E-325B805B6B1C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8C26E7D-D4FE-40CE-AA0D-24891B04E40D}" type="pres">
      <dgm:prSet presAssocID="{F71B9FC4-6592-4F13-AD71-A7992421A81E}" presName="nodeRect" presStyleLbl="alignNode1" presStyleIdx="1" presStyleCnt="4">
        <dgm:presLayoutVars>
          <dgm:bulletEnabled val="1"/>
        </dgm:presLayoutVars>
      </dgm:prSet>
      <dgm:spPr/>
    </dgm:pt>
    <dgm:pt modelId="{657C60C2-635C-47CE-9689-48522CF028F5}" type="pres">
      <dgm:prSet presAssocID="{503D1AC3-153A-4A4B-BA8E-325B805B6B1C}" presName="sibTrans" presStyleCnt="0"/>
      <dgm:spPr/>
    </dgm:pt>
    <dgm:pt modelId="{45606353-E6BC-4944-AB2C-4FBD4436CB19}" type="pres">
      <dgm:prSet presAssocID="{432EC2A2-A507-4AEC-B7A2-37BA40C3D502}" presName="compositeNode" presStyleCnt="0">
        <dgm:presLayoutVars>
          <dgm:bulletEnabled val="1"/>
        </dgm:presLayoutVars>
      </dgm:prSet>
      <dgm:spPr/>
    </dgm:pt>
    <dgm:pt modelId="{9A299DFE-3A3D-4EE7-87F9-3A502FA9CBA2}" type="pres">
      <dgm:prSet presAssocID="{432EC2A2-A507-4AEC-B7A2-37BA40C3D502}" presName="bgRect" presStyleLbl="alignNode1" presStyleIdx="2" presStyleCnt="4"/>
      <dgm:spPr/>
    </dgm:pt>
    <dgm:pt modelId="{18730A45-B746-4092-8AC3-AF17B82CE9AD}" type="pres">
      <dgm:prSet presAssocID="{D0D3FFB6-AAAD-4F5D-8F3F-47CE466E484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398996B6-2119-4A49-8E6D-9B2E21F86EBE}" type="pres">
      <dgm:prSet presAssocID="{432EC2A2-A507-4AEC-B7A2-37BA40C3D502}" presName="nodeRect" presStyleLbl="alignNode1" presStyleIdx="2" presStyleCnt="4">
        <dgm:presLayoutVars>
          <dgm:bulletEnabled val="1"/>
        </dgm:presLayoutVars>
      </dgm:prSet>
      <dgm:spPr/>
    </dgm:pt>
    <dgm:pt modelId="{40329FDF-AFF1-4D64-A98D-79149942C646}" type="pres">
      <dgm:prSet presAssocID="{D0D3FFB6-AAAD-4F5D-8F3F-47CE466E484E}" presName="sibTrans" presStyleCnt="0"/>
      <dgm:spPr/>
    </dgm:pt>
    <dgm:pt modelId="{BA3AB9EB-5338-448B-A10A-6FDD69AF6C7E}" type="pres">
      <dgm:prSet presAssocID="{97255FFF-2F01-425E-B3E0-933D6AC9C992}" presName="compositeNode" presStyleCnt="0">
        <dgm:presLayoutVars>
          <dgm:bulletEnabled val="1"/>
        </dgm:presLayoutVars>
      </dgm:prSet>
      <dgm:spPr/>
    </dgm:pt>
    <dgm:pt modelId="{F4285A33-0950-4E04-93AD-98AED3553AC7}" type="pres">
      <dgm:prSet presAssocID="{97255FFF-2F01-425E-B3E0-933D6AC9C992}" presName="bgRect" presStyleLbl="alignNode1" presStyleIdx="3" presStyleCnt="4"/>
      <dgm:spPr/>
    </dgm:pt>
    <dgm:pt modelId="{61C6DD15-0B2E-42C5-B374-7C7EFC81C5A9}" type="pres">
      <dgm:prSet presAssocID="{1C940074-7296-4215-9568-FE53D7C4920D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38620AD-CDBE-4D1B-8A6D-D5B2B94ECE83}" type="pres">
      <dgm:prSet presAssocID="{97255FFF-2F01-425E-B3E0-933D6AC9C99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521870A-8E38-47A2-8645-DD1D42B2D3B7}" type="presOf" srcId="{97255FFF-2F01-425E-B3E0-933D6AC9C992}" destId="{D38620AD-CDBE-4D1B-8A6D-D5B2B94ECE83}" srcOrd="1" destOrd="0" presId="urn:microsoft.com/office/officeart/2016/7/layout/LinearBlockProcessNumbered"/>
    <dgm:cxn modelId="{7ABEA40D-40AD-4FA3-8851-4C85EE1BACDC}" srcId="{97A83E6C-89A6-4D1D-A176-487453BE276F}" destId="{F71B9FC4-6592-4F13-AD71-A7992421A81E}" srcOrd="1" destOrd="0" parTransId="{D467F81D-1981-402C-BB19-B64A8F878399}" sibTransId="{503D1AC3-153A-4A4B-BA8E-325B805B6B1C}"/>
    <dgm:cxn modelId="{27F45B15-6162-4EFD-A7F9-2B7538542784}" type="presOf" srcId="{503D1AC3-153A-4A4B-BA8E-325B805B6B1C}" destId="{3A766051-1296-4BDA-9EFA-1CE7AB52BED2}" srcOrd="0" destOrd="0" presId="urn:microsoft.com/office/officeart/2016/7/layout/LinearBlockProcessNumbered"/>
    <dgm:cxn modelId="{03F24D19-799A-4955-AD25-2B92A26666A1}" srcId="{97A83E6C-89A6-4D1D-A176-487453BE276F}" destId="{97255FFF-2F01-425E-B3E0-933D6AC9C992}" srcOrd="3" destOrd="0" parTransId="{EB5CD799-E678-4051-B822-C106F1EED9A2}" sibTransId="{1C940074-7296-4215-9568-FE53D7C4920D}"/>
    <dgm:cxn modelId="{CBF1AD1D-A85D-4428-B1F9-D43844E48167}" srcId="{97A83E6C-89A6-4D1D-A176-487453BE276F}" destId="{6589980B-33F3-47EC-836F-E55D60AFBE33}" srcOrd="0" destOrd="0" parTransId="{8F5D0708-32E5-450C-93FE-CE9C9EC35104}" sibTransId="{C500051F-B0B0-48BA-AF2B-B2CF11CB8BE9}"/>
    <dgm:cxn modelId="{4A01FA3F-E6E9-4FD4-B165-66E2E662EB91}" type="presOf" srcId="{6589980B-33F3-47EC-836F-E55D60AFBE33}" destId="{EBA5099A-32B3-427E-A976-02FDC7384201}" srcOrd="1" destOrd="0" presId="urn:microsoft.com/office/officeart/2016/7/layout/LinearBlockProcessNumbered"/>
    <dgm:cxn modelId="{9071A299-3B72-4CFA-870A-AD9BDF73F6CD}" type="presOf" srcId="{97A83E6C-89A6-4D1D-A176-487453BE276F}" destId="{2CEFE200-A3A5-4B80-B56A-5C78EE8A5C21}" srcOrd="0" destOrd="0" presId="urn:microsoft.com/office/officeart/2016/7/layout/LinearBlockProcessNumbered"/>
    <dgm:cxn modelId="{A8A0999C-DFDC-4086-86CC-0000D54A0FF1}" type="presOf" srcId="{432EC2A2-A507-4AEC-B7A2-37BA40C3D502}" destId="{398996B6-2119-4A49-8E6D-9B2E21F86EBE}" srcOrd="1" destOrd="0" presId="urn:microsoft.com/office/officeart/2016/7/layout/LinearBlockProcessNumbered"/>
    <dgm:cxn modelId="{6F9C7FA3-7406-4EE8-A251-9BCA7CD0E971}" type="presOf" srcId="{6589980B-33F3-47EC-836F-E55D60AFBE33}" destId="{5634BFAB-FF56-4664-956A-634CD576D941}" srcOrd="0" destOrd="0" presId="urn:microsoft.com/office/officeart/2016/7/layout/LinearBlockProcessNumbered"/>
    <dgm:cxn modelId="{CAEC07A4-8B27-4177-9372-3C62A38B9C83}" srcId="{97A83E6C-89A6-4D1D-A176-487453BE276F}" destId="{432EC2A2-A507-4AEC-B7A2-37BA40C3D502}" srcOrd="2" destOrd="0" parTransId="{1D87B385-28BE-415B-B33F-E22E945D9E5F}" sibTransId="{D0D3FFB6-AAAD-4F5D-8F3F-47CE466E484E}"/>
    <dgm:cxn modelId="{6D3D71C7-3A38-4160-97D3-65DB07BD7481}" type="presOf" srcId="{1C940074-7296-4215-9568-FE53D7C4920D}" destId="{61C6DD15-0B2E-42C5-B374-7C7EFC81C5A9}" srcOrd="0" destOrd="0" presId="urn:microsoft.com/office/officeart/2016/7/layout/LinearBlockProcessNumbered"/>
    <dgm:cxn modelId="{D4EA26CA-6E97-41DD-9E89-6A71C10F2693}" type="presOf" srcId="{D0D3FFB6-AAAD-4F5D-8F3F-47CE466E484E}" destId="{18730A45-B746-4092-8AC3-AF17B82CE9AD}" srcOrd="0" destOrd="0" presId="urn:microsoft.com/office/officeart/2016/7/layout/LinearBlockProcessNumbered"/>
    <dgm:cxn modelId="{FC0045CB-F58A-4826-8FBD-D2A57B4760A5}" type="presOf" srcId="{F71B9FC4-6592-4F13-AD71-A7992421A81E}" destId="{8CEF1D31-DC93-460A-880E-AEB7820A2F16}" srcOrd="0" destOrd="0" presId="urn:microsoft.com/office/officeart/2016/7/layout/LinearBlockProcessNumbered"/>
    <dgm:cxn modelId="{20CDAAD5-F0F5-46BB-89C2-0E9A9631303C}" type="presOf" srcId="{432EC2A2-A507-4AEC-B7A2-37BA40C3D502}" destId="{9A299DFE-3A3D-4EE7-87F9-3A502FA9CBA2}" srcOrd="0" destOrd="0" presId="urn:microsoft.com/office/officeart/2016/7/layout/LinearBlockProcessNumbered"/>
    <dgm:cxn modelId="{66E670DB-C48C-460D-A343-B43ECC2AAF90}" type="presOf" srcId="{97255FFF-2F01-425E-B3E0-933D6AC9C992}" destId="{F4285A33-0950-4E04-93AD-98AED3553AC7}" srcOrd="0" destOrd="0" presId="urn:microsoft.com/office/officeart/2016/7/layout/LinearBlockProcessNumbered"/>
    <dgm:cxn modelId="{31ABA5E4-E2B7-478C-82F5-500F4076FE57}" type="presOf" srcId="{F71B9FC4-6592-4F13-AD71-A7992421A81E}" destId="{98C26E7D-D4FE-40CE-AA0D-24891B04E40D}" srcOrd="1" destOrd="0" presId="urn:microsoft.com/office/officeart/2016/7/layout/LinearBlockProcessNumbered"/>
    <dgm:cxn modelId="{757484E8-BCC9-41CC-A334-EBB500E92E48}" type="presOf" srcId="{C500051F-B0B0-48BA-AF2B-B2CF11CB8BE9}" destId="{CE8D7232-8CD3-47E5-9516-37290A4C90E3}" srcOrd="0" destOrd="0" presId="urn:microsoft.com/office/officeart/2016/7/layout/LinearBlockProcessNumbered"/>
    <dgm:cxn modelId="{630B8A37-567C-4988-B027-BE35CE48C1D4}" type="presParOf" srcId="{2CEFE200-A3A5-4B80-B56A-5C78EE8A5C21}" destId="{C75A2F39-A564-479A-8685-B46AD2CED8D8}" srcOrd="0" destOrd="0" presId="urn:microsoft.com/office/officeart/2016/7/layout/LinearBlockProcessNumbered"/>
    <dgm:cxn modelId="{88D1AF3D-6011-4457-839A-5FB0F7A0EAF0}" type="presParOf" srcId="{C75A2F39-A564-479A-8685-B46AD2CED8D8}" destId="{5634BFAB-FF56-4664-956A-634CD576D941}" srcOrd="0" destOrd="0" presId="urn:microsoft.com/office/officeart/2016/7/layout/LinearBlockProcessNumbered"/>
    <dgm:cxn modelId="{C7D7E59D-E38D-4B01-8731-2A095AADFF16}" type="presParOf" srcId="{C75A2F39-A564-479A-8685-B46AD2CED8D8}" destId="{CE8D7232-8CD3-47E5-9516-37290A4C90E3}" srcOrd="1" destOrd="0" presId="urn:microsoft.com/office/officeart/2016/7/layout/LinearBlockProcessNumbered"/>
    <dgm:cxn modelId="{7D7C79AB-43AE-44EE-A229-331AEA20F89F}" type="presParOf" srcId="{C75A2F39-A564-479A-8685-B46AD2CED8D8}" destId="{EBA5099A-32B3-427E-A976-02FDC7384201}" srcOrd="2" destOrd="0" presId="urn:microsoft.com/office/officeart/2016/7/layout/LinearBlockProcessNumbered"/>
    <dgm:cxn modelId="{D72E908C-5358-4966-A198-48AF19F82216}" type="presParOf" srcId="{2CEFE200-A3A5-4B80-B56A-5C78EE8A5C21}" destId="{AFEB8385-912E-4C02-AD93-257E6866F729}" srcOrd="1" destOrd="0" presId="urn:microsoft.com/office/officeart/2016/7/layout/LinearBlockProcessNumbered"/>
    <dgm:cxn modelId="{37BFA4DE-0948-43B9-AE2B-013D4B26EF66}" type="presParOf" srcId="{2CEFE200-A3A5-4B80-B56A-5C78EE8A5C21}" destId="{31DAF561-3AA4-4F94-96B8-46620F3778B2}" srcOrd="2" destOrd="0" presId="urn:microsoft.com/office/officeart/2016/7/layout/LinearBlockProcessNumbered"/>
    <dgm:cxn modelId="{9C861F8A-9B13-45DC-9E52-03B19E0A0D3A}" type="presParOf" srcId="{31DAF561-3AA4-4F94-96B8-46620F3778B2}" destId="{8CEF1D31-DC93-460A-880E-AEB7820A2F16}" srcOrd="0" destOrd="0" presId="urn:microsoft.com/office/officeart/2016/7/layout/LinearBlockProcessNumbered"/>
    <dgm:cxn modelId="{0C5DE922-3198-4C86-ADA9-1BE4232BDCFA}" type="presParOf" srcId="{31DAF561-3AA4-4F94-96B8-46620F3778B2}" destId="{3A766051-1296-4BDA-9EFA-1CE7AB52BED2}" srcOrd="1" destOrd="0" presId="urn:microsoft.com/office/officeart/2016/7/layout/LinearBlockProcessNumbered"/>
    <dgm:cxn modelId="{F23812C6-E78D-4858-AD5D-BF2E5C492060}" type="presParOf" srcId="{31DAF561-3AA4-4F94-96B8-46620F3778B2}" destId="{98C26E7D-D4FE-40CE-AA0D-24891B04E40D}" srcOrd="2" destOrd="0" presId="urn:microsoft.com/office/officeart/2016/7/layout/LinearBlockProcessNumbered"/>
    <dgm:cxn modelId="{668C4BE5-4D6C-4B04-B467-BFFCE1FD1AE7}" type="presParOf" srcId="{2CEFE200-A3A5-4B80-B56A-5C78EE8A5C21}" destId="{657C60C2-635C-47CE-9689-48522CF028F5}" srcOrd="3" destOrd="0" presId="urn:microsoft.com/office/officeart/2016/7/layout/LinearBlockProcessNumbered"/>
    <dgm:cxn modelId="{72824B86-BD07-4752-BF47-128ED6AF788D}" type="presParOf" srcId="{2CEFE200-A3A5-4B80-B56A-5C78EE8A5C21}" destId="{45606353-E6BC-4944-AB2C-4FBD4436CB19}" srcOrd="4" destOrd="0" presId="urn:microsoft.com/office/officeart/2016/7/layout/LinearBlockProcessNumbered"/>
    <dgm:cxn modelId="{8ABAC068-6D9C-403E-889B-D3B64A164721}" type="presParOf" srcId="{45606353-E6BC-4944-AB2C-4FBD4436CB19}" destId="{9A299DFE-3A3D-4EE7-87F9-3A502FA9CBA2}" srcOrd="0" destOrd="0" presId="urn:microsoft.com/office/officeart/2016/7/layout/LinearBlockProcessNumbered"/>
    <dgm:cxn modelId="{4073DF0C-AFC0-45CA-88B9-84C33CB11DA2}" type="presParOf" srcId="{45606353-E6BC-4944-AB2C-4FBD4436CB19}" destId="{18730A45-B746-4092-8AC3-AF17B82CE9AD}" srcOrd="1" destOrd="0" presId="urn:microsoft.com/office/officeart/2016/7/layout/LinearBlockProcessNumbered"/>
    <dgm:cxn modelId="{9D191B85-D481-44A5-921D-EFE3482B575E}" type="presParOf" srcId="{45606353-E6BC-4944-AB2C-4FBD4436CB19}" destId="{398996B6-2119-4A49-8E6D-9B2E21F86EBE}" srcOrd="2" destOrd="0" presId="urn:microsoft.com/office/officeart/2016/7/layout/LinearBlockProcessNumbered"/>
    <dgm:cxn modelId="{C8C6C9E5-B855-4C97-B04C-F07A9DA18095}" type="presParOf" srcId="{2CEFE200-A3A5-4B80-B56A-5C78EE8A5C21}" destId="{40329FDF-AFF1-4D64-A98D-79149942C646}" srcOrd="5" destOrd="0" presId="urn:microsoft.com/office/officeart/2016/7/layout/LinearBlockProcessNumbered"/>
    <dgm:cxn modelId="{57650840-5FCA-4DA4-AFC5-02959644835A}" type="presParOf" srcId="{2CEFE200-A3A5-4B80-B56A-5C78EE8A5C21}" destId="{BA3AB9EB-5338-448B-A10A-6FDD69AF6C7E}" srcOrd="6" destOrd="0" presId="urn:microsoft.com/office/officeart/2016/7/layout/LinearBlockProcessNumbered"/>
    <dgm:cxn modelId="{EDD7C0A7-E584-4BEC-BD53-D83DAE4F0421}" type="presParOf" srcId="{BA3AB9EB-5338-448B-A10A-6FDD69AF6C7E}" destId="{F4285A33-0950-4E04-93AD-98AED3553AC7}" srcOrd="0" destOrd="0" presId="urn:microsoft.com/office/officeart/2016/7/layout/LinearBlockProcessNumbered"/>
    <dgm:cxn modelId="{91B41B5E-7D24-4512-AA9F-4DEA0B899BBE}" type="presParOf" srcId="{BA3AB9EB-5338-448B-A10A-6FDD69AF6C7E}" destId="{61C6DD15-0B2E-42C5-B374-7C7EFC81C5A9}" srcOrd="1" destOrd="0" presId="urn:microsoft.com/office/officeart/2016/7/layout/LinearBlockProcessNumbered"/>
    <dgm:cxn modelId="{597B3153-D0F1-405E-A465-F7EE56F6B835}" type="presParOf" srcId="{BA3AB9EB-5338-448B-A10A-6FDD69AF6C7E}" destId="{D38620AD-CDBE-4D1B-8A6D-D5B2B94ECE8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B28FD-3AD1-40EB-87F0-99DFFA361C4C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ECD00-1C46-46C3-B7FB-BFA44099E7B9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A session is a controlled working environment where an analytics engine maintains context, resources, and configuration while you process data.</a:t>
          </a:r>
          <a:endParaRPr lang="en-US" sz="2600" kern="1200"/>
        </a:p>
      </dsp:txBody>
      <dsp:txXfrm>
        <a:off x="608661" y="692298"/>
        <a:ext cx="4508047" cy="2799040"/>
      </dsp:txXfrm>
    </dsp:sp>
    <dsp:sp modelId="{B2AF715A-60EE-453F-A8C1-F511602BA074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46577-4C6C-42F7-B905-849752A6F32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In Spark: SparkSession is the entry point that allows you to talk to the Spark engine.</a:t>
          </a:r>
          <a:endParaRPr lang="en-US" sz="26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79A44-7FF5-4595-B4B5-3AD85A18D2ED}">
      <dsp:nvSpPr>
        <dsp:cNvPr id="0" name=""/>
        <dsp:cNvSpPr/>
      </dsp:nvSpPr>
      <dsp:spPr>
        <a:xfrm>
          <a:off x="3201" y="1937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No access to cluster resources</a:t>
          </a:r>
          <a:endParaRPr lang="en-US" sz="2300" kern="1200"/>
        </a:p>
      </dsp:txBody>
      <dsp:txXfrm>
        <a:off x="3201" y="193789"/>
        <a:ext cx="2539866" cy="1523919"/>
      </dsp:txXfrm>
    </dsp:sp>
    <dsp:sp modelId="{ACE4D25B-C602-40D5-8FD4-8162C7EE933E}">
      <dsp:nvSpPr>
        <dsp:cNvPr id="0" name=""/>
        <dsp:cNvSpPr/>
      </dsp:nvSpPr>
      <dsp:spPr>
        <a:xfrm>
          <a:off x="2797054" y="193789"/>
          <a:ext cx="2539866" cy="1523919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No data reading</a:t>
          </a:r>
          <a:endParaRPr lang="en-US" sz="2300" kern="1200"/>
        </a:p>
      </dsp:txBody>
      <dsp:txXfrm>
        <a:off x="2797054" y="193789"/>
        <a:ext cx="2539866" cy="1523919"/>
      </dsp:txXfrm>
    </dsp:sp>
    <dsp:sp modelId="{F8433FDB-0CF8-4590-AC98-DB91FF036741}">
      <dsp:nvSpPr>
        <dsp:cNvPr id="0" name=""/>
        <dsp:cNvSpPr/>
      </dsp:nvSpPr>
      <dsp:spPr>
        <a:xfrm>
          <a:off x="5590907" y="193789"/>
          <a:ext cx="2539866" cy="152391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No DataFrames</a:t>
          </a:r>
          <a:endParaRPr lang="en-US" sz="2300" kern="1200"/>
        </a:p>
      </dsp:txBody>
      <dsp:txXfrm>
        <a:off x="5590907" y="193789"/>
        <a:ext cx="2539866" cy="1523919"/>
      </dsp:txXfrm>
    </dsp:sp>
    <dsp:sp modelId="{37DCA36D-F488-42B2-8E59-AD18EF08F30D}">
      <dsp:nvSpPr>
        <dsp:cNvPr id="0" name=""/>
        <dsp:cNvSpPr/>
      </dsp:nvSpPr>
      <dsp:spPr>
        <a:xfrm>
          <a:off x="8384760" y="193789"/>
          <a:ext cx="2539866" cy="152391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No analytics</a:t>
          </a:r>
          <a:endParaRPr lang="en-US" sz="2300" kern="1200"/>
        </a:p>
      </dsp:txBody>
      <dsp:txXfrm>
        <a:off x="8384760" y="193789"/>
        <a:ext cx="2539866" cy="1523919"/>
      </dsp:txXfrm>
    </dsp:sp>
    <dsp:sp modelId="{565EBBCC-0DF6-4696-A6C9-D9E86DC50E88}">
      <dsp:nvSpPr>
        <dsp:cNvPr id="0" name=""/>
        <dsp:cNvSpPr/>
      </dsp:nvSpPr>
      <dsp:spPr>
        <a:xfrm>
          <a:off x="1400128" y="1971695"/>
          <a:ext cx="2539866" cy="1523919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Analogy</a:t>
          </a:r>
          <a:endParaRPr lang="en-US" sz="2300" kern="1200"/>
        </a:p>
      </dsp:txBody>
      <dsp:txXfrm>
        <a:off x="1400128" y="1971695"/>
        <a:ext cx="2539866" cy="1523919"/>
      </dsp:txXfrm>
    </dsp:sp>
    <dsp:sp modelId="{0197B74C-E342-42D1-BDC5-38AEEDEAB080}">
      <dsp:nvSpPr>
        <dsp:cNvPr id="0" name=""/>
        <dsp:cNvSpPr/>
      </dsp:nvSpPr>
      <dsp:spPr>
        <a:xfrm>
          <a:off x="4193981" y="1971695"/>
          <a:ext cx="2539866" cy="1523919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Session = “Logged-in workspace”</a:t>
          </a:r>
          <a:endParaRPr lang="en-US" sz="2300" kern="1200"/>
        </a:p>
      </dsp:txBody>
      <dsp:txXfrm>
        <a:off x="4193981" y="1971695"/>
        <a:ext cx="2539866" cy="1523919"/>
      </dsp:txXfrm>
    </dsp:sp>
    <dsp:sp modelId="{C0D3E213-AA48-41E8-A803-33EFF8797344}">
      <dsp:nvSpPr>
        <dsp:cNvPr id="0" name=""/>
        <dsp:cNvSpPr/>
      </dsp:nvSpPr>
      <dsp:spPr>
        <a:xfrm>
          <a:off x="6987834" y="1971695"/>
          <a:ext cx="2539866" cy="152391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Without login → you cannot access files, tools, or compute</a:t>
          </a:r>
          <a:endParaRPr lang="en-US" sz="2300" kern="1200"/>
        </a:p>
      </dsp:txBody>
      <dsp:txXfrm>
        <a:off x="6987834" y="1971695"/>
        <a:ext cx="2539866" cy="1523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7AED-A94C-4E2A-98D8-857B1F5CB4D2}">
      <dsp:nvSpPr>
        <dsp:cNvPr id="0" name=""/>
        <dsp:cNvSpPr/>
      </dsp:nvSpPr>
      <dsp:spPr>
        <a:xfrm>
          <a:off x="472505" y="2282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Traditional data processing era (before Spark / Big Data)</a:t>
          </a:r>
          <a:endParaRPr lang="en-US" sz="2500" kern="1200"/>
        </a:p>
      </dsp:txBody>
      <dsp:txXfrm>
        <a:off x="472505" y="2282"/>
        <a:ext cx="2724677" cy="1634806"/>
      </dsp:txXfrm>
    </dsp:sp>
    <dsp:sp modelId="{5E07B7D4-155D-4CEC-9A41-2BB9B69C8749}">
      <dsp:nvSpPr>
        <dsp:cNvPr id="0" name=""/>
        <dsp:cNvSpPr/>
      </dsp:nvSpPr>
      <dsp:spPr>
        <a:xfrm>
          <a:off x="3469650" y="2282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Problems:</a:t>
          </a:r>
          <a:endParaRPr lang="en-US" sz="2500" kern="1200"/>
        </a:p>
      </dsp:txBody>
      <dsp:txXfrm>
        <a:off x="3469650" y="2282"/>
        <a:ext cx="2724677" cy="1634806"/>
      </dsp:txXfrm>
    </dsp:sp>
    <dsp:sp modelId="{0013F430-5B3F-46E6-8C40-6FF5CCC2E6C4}">
      <dsp:nvSpPr>
        <dsp:cNvPr id="0" name=""/>
        <dsp:cNvSpPr/>
      </dsp:nvSpPr>
      <dsp:spPr>
        <a:xfrm>
          <a:off x="472505" y="1909556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Data stored in files or databases</a:t>
          </a:r>
          <a:endParaRPr lang="en-US" sz="2500" kern="1200"/>
        </a:p>
      </dsp:txBody>
      <dsp:txXfrm>
        <a:off x="472505" y="1909556"/>
        <a:ext cx="2724677" cy="1634806"/>
      </dsp:txXfrm>
    </dsp:sp>
    <dsp:sp modelId="{ACC399C2-1F3D-4AE3-82A8-8830D7C9DEDC}">
      <dsp:nvSpPr>
        <dsp:cNvPr id="0" name=""/>
        <dsp:cNvSpPr/>
      </dsp:nvSpPr>
      <dsp:spPr>
        <a:xfrm>
          <a:off x="3469650" y="1909556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Each operation opened:</a:t>
          </a:r>
          <a:endParaRPr lang="en-US" sz="25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/>
            <a:t>New DB connection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/>
            <a:t>New file handle</a:t>
          </a:r>
          <a:endParaRPr lang="en-US" sz="2000" kern="1200"/>
        </a:p>
      </dsp:txBody>
      <dsp:txXfrm>
        <a:off x="3469650" y="1909556"/>
        <a:ext cx="2724677" cy="1634806"/>
      </dsp:txXfrm>
    </dsp:sp>
    <dsp:sp modelId="{CDA3978C-D1B2-4D04-BA54-7D00C4582570}">
      <dsp:nvSpPr>
        <dsp:cNvPr id="0" name=""/>
        <dsp:cNvSpPr/>
      </dsp:nvSpPr>
      <dsp:spPr>
        <a:xfrm>
          <a:off x="472505" y="3816830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No shared state</a:t>
          </a:r>
          <a:endParaRPr lang="en-US" sz="2500" kern="1200"/>
        </a:p>
      </dsp:txBody>
      <dsp:txXfrm>
        <a:off x="472505" y="3816830"/>
        <a:ext cx="2724677" cy="1634806"/>
      </dsp:txXfrm>
    </dsp:sp>
    <dsp:sp modelId="{B7589845-FA03-499A-BF12-982241BCC476}">
      <dsp:nvSpPr>
        <dsp:cNvPr id="0" name=""/>
        <dsp:cNvSpPr/>
      </dsp:nvSpPr>
      <dsp:spPr>
        <a:xfrm>
          <a:off x="3469650" y="3816830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No optimization across steps</a:t>
          </a:r>
          <a:endParaRPr lang="en-US" sz="2500" kern="1200"/>
        </a:p>
      </dsp:txBody>
      <dsp:txXfrm>
        <a:off x="3469650" y="3816830"/>
        <a:ext cx="2724677" cy="16348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BCAF0-2130-477F-8C2A-117D5E8353FB}">
      <dsp:nvSpPr>
        <dsp:cNvPr id="0" name=""/>
        <dsp:cNvSpPr/>
      </dsp:nvSpPr>
      <dsp:spPr>
        <a:xfrm>
          <a:off x="0" y="84604"/>
          <a:ext cx="6666833" cy="12714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Example:</a:t>
          </a:r>
          <a:endParaRPr lang="en-US" sz="2300" kern="1200"/>
        </a:p>
      </dsp:txBody>
      <dsp:txXfrm>
        <a:off x="62069" y="146673"/>
        <a:ext cx="6542695" cy="1147359"/>
      </dsp:txXfrm>
    </dsp:sp>
    <dsp:sp modelId="{7A5C1B04-9BBE-4836-81AD-C821758BD40A}">
      <dsp:nvSpPr>
        <dsp:cNvPr id="0" name=""/>
        <dsp:cNvSpPr/>
      </dsp:nvSpPr>
      <dsp:spPr>
        <a:xfrm>
          <a:off x="0" y="1422342"/>
          <a:ext cx="6666833" cy="1271497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Read file → close</a:t>
          </a:r>
          <a:br>
            <a:rPr lang="en-IN" sz="2300" b="1" kern="1200"/>
          </a:br>
          <a:r>
            <a:rPr lang="en-IN" sz="2300" b="1" kern="1200"/>
            <a:t>Filter → reopen file</a:t>
          </a:r>
          <a:br>
            <a:rPr lang="en-IN" sz="2300" b="1" kern="1200"/>
          </a:br>
          <a:r>
            <a:rPr lang="en-IN" sz="2300" b="1" kern="1200"/>
            <a:t>Aggregate → reopen file again</a:t>
          </a:r>
          <a:endParaRPr lang="en-US" sz="2300" kern="1200"/>
        </a:p>
      </dsp:txBody>
      <dsp:txXfrm>
        <a:off x="62069" y="1484411"/>
        <a:ext cx="6542695" cy="1147359"/>
      </dsp:txXfrm>
    </dsp:sp>
    <dsp:sp modelId="{90E161AF-E357-4AE0-BBCC-1F1EF6958BFE}">
      <dsp:nvSpPr>
        <dsp:cNvPr id="0" name=""/>
        <dsp:cNvSpPr/>
      </dsp:nvSpPr>
      <dsp:spPr>
        <a:xfrm>
          <a:off x="0" y="2760080"/>
          <a:ext cx="6666833" cy="1271497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this results in </a:t>
          </a:r>
          <a:endParaRPr lang="en-US" sz="2300" kern="1200"/>
        </a:p>
      </dsp:txBody>
      <dsp:txXfrm>
        <a:off x="62069" y="2822149"/>
        <a:ext cx="6542695" cy="1147359"/>
      </dsp:txXfrm>
    </dsp:sp>
    <dsp:sp modelId="{4F211565-F037-4F22-9750-A4B850995CD8}">
      <dsp:nvSpPr>
        <dsp:cNvPr id="0" name=""/>
        <dsp:cNvSpPr/>
      </dsp:nvSpPr>
      <dsp:spPr>
        <a:xfrm>
          <a:off x="0" y="4097817"/>
          <a:ext cx="6666833" cy="1271497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Slow</a:t>
          </a:r>
          <a:br>
            <a:rPr lang="en-IN" sz="2300" b="1" kern="1200"/>
          </a:br>
          <a:r>
            <a:rPr lang="en-IN" sz="2300" b="1" kern="1200"/>
            <a:t> Resource waste</a:t>
          </a:r>
          <a:br>
            <a:rPr lang="en-IN" sz="2300" b="1" kern="1200"/>
          </a:br>
          <a:r>
            <a:rPr lang="en-IN" sz="2300" b="1" kern="1200"/>
            <a:t> No query optimization</a:t>
          </a:r>
          <a:endParaRPr lang="en-US" sz="2300" kern="1200"/>
        </a:p>
      </dsp:txBody>
      <dsp:txXfrm>
        <a:off x="62069" y="4159886"/>
        <a:ext cx="6542695" cy="11473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53F86-57EB-424C-AF8C-E49DDB7EC82D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0D767B-9BE0-4271-8ABD-1046705532CB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To maintain context and reuse resources across multiple operations.</a:t>
          </a:r>
          <a:endParaRPr lang="en-US" sz="2900" kern="1200"/>
        </a:p>
      </dsp:txBody>
      <dsp:txXfrm>
        <a:off x="0" y="665"/>
        <a:ext cx="6666833" cy="1090517"/>
      </dsp:txXfrm>
    </dsp:sp>
    <dsp:sp modelId="{F365DB23-593C-4430-9ED6-5332D8D67961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97E53E-84E4-4186-9D1F-1791A258DABF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Sessions allowed:</a:t>
          </a:r>
          <a:endParaRPr lang="en-US" sz="2900" kern="1200"/>
        </a:p>
      </dsp:txBody>
      <dsp:txXfrm>
        <a:off x="0" y="1091183"/>
        <a:ext cx="6666833" cy="1090517"/>
      </dsp:txXfrm>
    </dsp:sp>
    <dsp:sp modelId="{A8A70AB5-15B4-42F3-8BDD-6D7293833A5B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7CAC1F-619E-4C67-A110-C7805876256D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Reuse memory</a:t>
          </a:r>
          <a:endParaRPr lang="en-US" sz="2900" kern="1200"/>
        </a:p>
      </dsp:txBody>
      <dsp:txXfrm>
        <a:off x="0" y="2181701"/>
        <a:ext cx="6666833" cy="1090517"/>
      </dsp:txXfrm>
    </dsp:sp>
    <dsp:sp modelId="{23D027E2-788E-4374-8460-F330F691A493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FE1F5C-A730-4405-8E34-8AAC8F6B646C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Share metadata</a:t>
          </a:r>
          <a:endParaRPr lang="en-US" sz="2900" kern="1200"/>
        </a:p>
      </dsp:txBody>
      <dsp:txXfrm>
        <a:off x="0" y="3272218"/>
        <a:ext cx="6666833" cy="1090517"/>
      </dsp:txXfrm>
    </dsp:sp>
    <dsp:sp modelId="{4F4C0460-0843-4C11-A1F8-8A0072AC982C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E313C6-218A-421A-AB97-0A68418587CE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Maintain execution plans</a:t>
          </a:r>
          <a:endParaRPr lang="en-US" sz="2900" kern="1200"/>
        </a:p>
      </dsp:txBody>
      <dsp:txXfrm>
        <a:off x="0" y="4362736"/>
        <a:ext cx="6666833" cy="10905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8D46F-E24E-4E32-93DE-41109E0B56F7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93CDB6-50B6-47A1-B56A-C04E29EE4D1E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Session is used for:</a:t>
          </a:r>
          <a:endParaRPr lang="en-US" sz="4100" kern="1200"/>
        </a:p>
      </dsp:txBody>
      <dsp:txXfrm>
        <a:off x="0" y="2663"/>
        <a:ext cx="6666833" cy="908098"/>
      </dsp:txXfrm>
    </dsp:sp>
    <dsp:sp modelId="{0EBC22A9-A640-4382-8B8B-DC5ED63C69D2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FA9217-8598-4F9A-8188-6D39E374F91C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Reading raw data</a:t>
          </a:r>
          <a:endParaRPr lang="en-US" sz="4100" kern="1200"/>
        </a:p>
      </dsp:txBody>
      <dsp:txXfrm>
        <a:off x="0" y="910762"/>
        <a:ext cx="6666833" cy="908098"/>
      </dsp:txXfrm>
    </dsp:sp>
    <dsp:sp modelId="{8C6B5728-7971-402D-BE98-6F682E6291EA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D11590-7E2E-472B-A03B-71F3AE97C38D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Schema validation</a:t>
          </a:r>
          <a:endParaRPr lang="en-US" sz="4100" kern="1200"/>
        </a:p>
      </dsp:txBody>
      <dsp:txXfrm>
        <a:off x="0" y="1818861"/>
        <a:ext cx="6666833" cy="908098"/>
      </dsp:txXfrm>
    </dsp:sp>
    <dsp:sp modelId="{C35C12E1-E6E7-49BE-95FC-94D82411256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AC438E-C1E7-4975-A4A8-5BF8D966E55D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Record counts</a:t>
          </a:r>
          <a:endParaRPr lang="en-US" sz="4100" kern="1200"/>
        </a:p>
      </dsp:txBody>
      <dsp:txXfrm>
        <a:off x="0" y="2726960"/>
        <a:ext cx="6666833" cy="908098"/>
      </dsp:txXfrm>
    </dsp:sp>
    <dsp:sp modelId="{1D9E5718-AADC-4CE7-A3A9-62035FECF387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3E5827-89F5-4A43-BD0B-2D573BD2B72D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Sampling data</a:t>
          </a:r>
          <a:endParaRPr lang="en-US" sz="4100" kern="1200"/>
        </a:p>
      </dsp:txBody>
      <dsp:txXfrm>
        <a:off x="0" y="3635058"/>
        <a:ext cx="6666833" cy="908098"/>
      </dsp:txXfrm>
    </dsp:sp>
    <dsp:sp modelId="{F4C9A21B-2E7E-4A35-AB50-93FFAC8413C5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BC4566-F3D3-458C-BE91-1CE452621160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Data quality checks</a:t>
          </a:r>
          <a:endParaRPr lang="en-US" sz="4100" kern="1200"/>
        </a:p>
      </dsp:txBody>
      <dsp:txXfrm>
        <a:off x="0" y="4543157"/>
        <a:ext cx="6666833" cy="9080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62EDD-1C6F-43EC-B50A-B4D1468D1E63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C418AC-9717-4AA7-AB71-EFCF4C603723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Telecom CDR validation</a:t>
          </a:r>
          <a:endParaRPr lang="en-US" sz="3200" kern="1200"/>
        </a:p>
      </dsp:txBody>
      <dsp:txXfrm>
        <a:off x="0" y="2663"/>
        <a:ext cx="6666833" cy="908098"/>
      </dsp:txXfrm>
    </dsp:sp>
    <dsp:sp modelId="{B80EBAB6-2D1C-4ADA-878B-95C0E0BB4D76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216639-8DAB-4132-BBAF-7935F2C697B0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Banking transaction sanity checks</a:t>
          </a:r>
          <a:endParaRPr lang="en-US" sz="3200" kern="1200"/>
        </a:p>
      </dsp:txBody>
      <dsp:txXfrm>
        <a:off x="0" y="910762"/>
        <a:ext cx="6666833" cy="908098"/>
      </dsp:txXfrm>
    </dsp:sp>
    <dsp:sp modelId="{7EE19D9B-FC48-4308-8BD5-34DD1EE9EC34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8E223B-E54C-483C-B349-792F5620B2F1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Log file inspection</a:t>
          </a:r>
          <a:endParaRPr lang="en-US" sz="3200" kern="1200"/>
        </a:p>
      </dsp:txBody>
      <dsp:txXfrm>
        <a:off x="0" y="1818861"/>
        <a:ext cx="6666833" cy="908098"/>
      </dsp:txXfrm>
    </dsp:sp>
    <dsp:sp modelId="{32D3FD92-A145-4697-86A8-263088F06FD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D16322-09BD-4226-A476-5EA74A99BE14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ETL pre-checks</a:t>
          </a:r>
          <a:endParaRPr lang="en-US" sz="3200" kern="1200"/>
        </a:p>
      </dsp:txBody>
      <dsp:txXfrm>
        <a:off x="0" y="2726960"/>
        <a:ext cx="6666833" cy="908098"/>
      </dsp:txXfrm>
    </dsp:sp>
    <dsp:sp modelId="{5B1D1AEB-C466-42A4-8D21-91638E1EBD89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E8D31-25CA-400A-BE91-36BAC825C604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Goal</a:t>
          </a:r>
          <a:endParaRPr lang="en-US" sz="3200" kern="1200"/>
        </a:p>
      </dsp:txBody>
      <dsp:txXfrm>
        <a:off x="0" y="3635058"/>
        <a:ext cx="6666833" cy="908098"/>
      </dsp:txXfrm>
    </dsp:sp>
    <dsp:sp modelId="{2BEB0EC0-2466-4003-8F62-2A1CAEE95ECF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F62B5D-C263-4E05-8FF9-A64CCBD30663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“Is the data usable?”</a:t>
          </a:r>
          <a:endParaRPr lang="en-US" sz="3200" kern="1200"/>
        </a:p>
      </dsp:txBody>
      <dsp:txXfrm>
        <a:off x="0" y="4543157"/>
        <a:ext cx="6666833" cy="9080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69DEE-B0A6-4D48-BE5E-09458CBEB48F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DE4640-A1A1-41C0-AD18-08A300EE8E04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Session is used for:</a:t>
          </a:r>
          <a:endParaRPr lang="en-US" sz="4100" kern="1200"/>
        </a:p>
      </dsp:txBody>
      <dsp:txXfrm>
        <a:off x="0" y="2663"/>
        <a:ext cx="6666833" cy="908098"/>
      </dsp:txXfrm>
    </dsp:sp>
    <dsp:sp modelId="{B5D3C637-8E9B-4B16-8D98-410AC53BB579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1ADB6E-C4FC-462A-A02C-3B665C30AC27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Aggregations</a:t>
          </a:r>
          <a:endParaRPr lang="en-US" sz="4100" kern="1200"/>
        </a:p>
      </dsp:txBody>
      <dsp:txXfrm>
        <a:off x="0" y="910762"/>
        <a:ext cx="6666833" cy="908098"/>
      </dsp:txXfrm>
    </dsp:sp>
    <dsp:sp modelId="{0A2A7487-E372-4C88-8344-64C737CE6C2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5EDD31-2CC5-46A4-BF05-FF9085D6BBE5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Joins</a:t>
          </a:r>
          <a:endParaRPr lang="en-US" sz="4100" kern="1200"/>
        </a:p>
      </dsp:txBody>
      <dsp:txXfrm>
        <a:off x="0" y="1818861"/>
        <a:ext cx="6666833" cy="908098"/>
      </dsp:txXfrm>
    </dsp:sp>
    <dsp:sp modelId="{B0154F5A-705C-440B-B27F-DA8B20838DAB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0EA2FD-F9EF-449C-BE24-B6F6B61A6833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Window functions</a:t>
          </a:r>
          <a:endParaRPr lang="en-US" sz="4100" kern="1200"/>
        </a:p>
      </dsp:txBody>
      <dsp:txXfrm>
        <a:off x="0" y="2726960"/>
        <a:ext cx="6666833" cy="908098"/>
      </dsp:txXfrm>
    </dsp:sp>
    <dsp:sp modelId="{63E7F37F-A534-48F6-A5FA-E69F277D0924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7CCBFB-8B12-42FC-A61D-B57E8DE61869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ML pipelines</a:t>
          </a:r>
          <a:endParaRPr lang="en-US" sz="4100" kern="1200"/>
        </a:p>
      </dsp:txBody>
      <dsp:txXfrm>
        <a:off x="0" y="3635058"/>
        <a:ext cx="6666833" cy="908098"/>
      </dsp:txXfrm>
    </dsp:sp>
    <dsp:sp modelId="{6B06AC6B-5194-44C1-AC67-59854FF4E1A4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B1D416-D42A-4093-B8B3-4925D0F4023E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Streaming analytics</a:t>
          </a:r>
          <a:endParaRPr lang="en-US" sz="4100" kern="1200"/>
        </a:p>
      </dsp:txBody>
      <dsp:txXfrm>
        <a:off x="0" y="4543157"/>
        <a:ext cx="6666833" cy="9080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9FDA7-5E25-4667-9732-8ACED342712B}">
      <dsp:nvSpPr>
        <dsp:cNvPr id="0" name=""/>
        <dsp:cNvSpPr/>
      </dsp:nvSpPr>
      <dsp:spPr>
        <a:xfrm>
          <a:off x="0" y="1795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Example use cases</a:t>
          </a:r>
          <a:endParaRPr lang="en-US" sz="2500" kern="1200"/>
        </a:p>
      </dsp:txBody>
      <dsp:txXfrm>
        <a:off x="29985" y="47944"/>
        <a:ext cx="6606863" cy="554280"/>
      </dsp:txXfrm>
    </dsp:sp>
    <dsp:sp modelId="{F32A9EE5-5CAA-4D15-9391-269F93116717}">
      <dsp:nvSpPr>
        <dsp:cNvPr id="0" name=""/>
        <dsp:cNvSpPr/>
      </dsp:nvSpPr>
      <dsp:spPr>
        <a:xfrm>
          <a:off x="0" y="70420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Revenue calculation</a:t>
          </a:r>
          <a:endParaRPr lang="en-US" sz="2500" kern="1200"/>
        </a:p>
      </dsp:txBody>
      <dsp:txXfrm>
        <a:off x="29985" y="734194"/>
        <a:ext cx="6606863" cy="554280"/>
      </dsp:txXfrm>
    </dsp:sp>
    <dsp:sp modelId="{8D98172B-8FB1-4C3D-A241-6580A880FDEC}">
      <dsp:nvSpPr>
        <dsp:cNvPr id="0" name=""/>
        <dsp:cNvSpPr/>
      </dsp:nvSpPr>
      <dsp:spPr>
        <a:xfrm>
          <a:off x="0" y="139045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SLA breach analytics</a:t>
          </a:r>
          <a:endParaRPr lang="en-US" sz="2500" kern="1200"/>
        </a:p>
      </dsp:txBody>
      <dsp:txXfrm>
        <a:off x="29985" y="1420444"/>
        <a:ext cx="6606863" cy="554280"/>
      </dsp:txXfrm>
    </dsp:sp>
    <dsp:sp modelId="{9EACFD60-09AA-4FD3-9190-64361D60F0BD}">
      <dsp:nvSpPr>
        <dsp:cNvPr id="0" name=""/>
        <dsp:cNvSpPr/>
      </dsp:nvSpPr>
      <dsp:spPr>
        <a:xfrm>
          <a:off x="0" y="207671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Fraud detection</a:t>
          </a:r>
          <a:endParaRPr lang="en-US" sz="2500" kern="1200"/>
        </a:p>
      </dsp:txBody>
      <dsp:txXfrm>
        <a:off x="29985" y="2106695"/>
        <a:ext cx="6606863" cy="554280"/>
      </dsp:txXfrm>
    </dsp:sp>
    <dsp:sp modelId="{FD341E6C-6DF9-4120-9493-A7377F0D6A6B}">
      <dsp:nvSpPr>
        <dsp:cNvPr id="0" name=""/>
        <dsp:cNvSpPr/>
      </dsp:nvSpPr>
      <dsp:spPr>
        <a:xfrm>
          <a:off x="0" y="276296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Recommendation systems</a:t>
          </a:r>
          <a:endParaRPr lang="en-US" sz="2500" kern="1200"/>
        </a:p>
      </dsp:txBody>
      <dsp:txXfrm>
        <a:off x="29985" y="2792945"/>
        <a:ext cx="6606863" cy="554280"/>
      </dsp:txXfrm>
    </dsp:sp>
    <dsp:sp modelId="{763CDEA8-243F-42AF-AFDF-F93D034716DC}">
      <dsp:nvSpPr>
        <dsp:cNvPr id="0" name=""/>
        <dsp:cNvSpPr/>
      </dsp:nvSpPr>
      <dsp:spPr>
        <a:xfrm>
          <a:off x="0" y="344921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Real-time dashboards</a:t>
          </a:r>
          <a:endParaRPr lang="en-US" sz="2500" kern="1200"/>
        </a:p>
      </dsp:txBody>
      <dsp:txXfrm>
        <a:off x="29985" y="3479195"/>
        <a:ext cx="6606863" cy="554280"/>
      </dsp:txXfrm>
    </dsp:sp>
    <dsp:sp modelId="{2E47202F-AFD1-444B-8925-C1C32CE0B795}">
      <dsp:nvSpPr>
        <dsp:cNvPr id="0" name=""/>
        <dsp:cNvSpPr/>
      </dsp:nvSpPr>
      <dsp:spPr>
        <a:xfrm>
          <a:off x="0" y="413546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Goal</a:t>
          </a:r>
          <a:endParaRPr lang="en-US" sz="2500" kern="1200"/>
        </a:p>
      </dsp:txBody>
      <dsp:txXfrm>
        <a:off x="29985" y="4165445"/>
        <a:ext cx="6606863" cy="554280"/>
      </dsp:txXfrm>
    </dsp:sp>
    <dsp:sp modelId="{44F9265D-4CC9-4499-9245-AC8F8DFCF7D5}">
      <dsp:nvSpPr>
        <dsp:cNvPr id="0" name=""/>
        <dsp:cNvSpPr/>
      </dsp:nvSpPr>
      <dsp:spPr>
        <a:xfrm>
          <a:off x="0" y="482170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“What insights can we generate?”</a:t>
          </a:r>
          <a:endParaRPr lang="en-US" sz="2500" kern="1200"/>
        </a:p>
      </dsp:txBody>
      <dsp:txXfrm>
        <a:off x="29985" y="4851694"/>
        <a:ext cx="6606863" cy="5542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28383-88FA-4B03-90ED-16F3FC709D09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535D83-C88C-4515-9128-00C86A19BF8D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Session is not required when:</a:t>
          </a:r>
          <a:endParaRPr lang="en-US" sz="2500" kern="1200"/>
        </a:p>
      </dsp:txBody>
      <dsp:txXfrm>
        <a:off x="0" y="2663"/>
        <a:ext cx="6666833" cy="908098"/>
      </dsp:txXfrm>
    </dsp:sp>
    <dsp:sp modelId="{8E318A75-E4DB-4612-9969-8137A6AA2C3D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0FB577-C772-46BD-A260-2D1451912842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Simple Python scripts</a:t>
          </a:r>
          <a:endParaRPr lang="en-US" sz="2500" kern="1200"/>
        </a:p>
      </dsp:txBody>
      <dsp:txXfrm>
        <a:off x="0" y="910762"/>
        <a:ext cx="6666833" cy="908098"/>
      </dsp:txXfrm>
    </dsp:sp>
    <dsp:sp modelId="{FF9445B4-37EC-4FC8-8A0B-AC2A011848E3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FE0F52-03BD-4F25-8040-20BEA4270AC5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Small CSV with pandas</a:t>
          </a:r>
          <a:endParaRPr lang="en-US" sz="2500" kern="1200"/>
        </a:p>
      </dsp:txBody>
      <dsp:txXfrm>
        <a:off x="0" y="1818861"/>
        <a:ext cx="6666833" cy="908098"/>
      </dsp:txXfrm>
    </dsp:sp>
    <dsp:sp modelId="{060A4D17-5E27-4E56-B550-97181EE0576D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7C7C18-BFE4-4651-8FF6-F29ECC388929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One-time file read without transformation</a:t>
          </a:r>
          <a:endParaRPr lang="en-US" sz="2500" kern="1200"/>
        </a:p>
      </dsp:txBody>
      <dsp:txXfrm>
        <a:off x="0" y="2726960"/>
        <a:ext cx="6666833" cy="908098"/>
      </dsp:txXfrm>
    </dsp:sp>
    <dsp:sp modelId="{F03C2A2F-22CB-43D7-950C-99E24C1797D0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47BACC-A37B-4747-B0E6-74DC00115027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Rule of thumb</a:t>
          </a:r>
          <a:endParaRPr lang="en-US" sz="2500" kern="1200"/>
        </a:p>
      </dsp:txBody>
      <dsp:txXfrm>
        <a:off x="0" y="3635058"/>
        <a:ext cx="6666833" cy="908098"/>
      </dsp:txXfrm>
    </dsp:sp>
    <dsp:sp modelId="{EB25E8BD-111B-4BA9-BDCE-DC793BEBF818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124D27-68EF-4D43-A3D2-9D2563848724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If data fits in laptop memory → pandas</a:t>
          </a:r>
          <a:br>
            <a:rPr lang="en-IN" sz="2500" b="1" kern="1200"/>
          </a:br>
          <a:r>
            <a:rPr lang="en-IN" sz="2500" b="1" kern="1200"/>
            <a:t>If data is large / distributed → SparkSession</a:t>
          </a:r>
          <a:endParaRPr lang="en-US" sz="2500" kern="1200"/>
        </a:p>
      </dsp:txBody>
      <dsp:txXfrm>
        <a:off x="0" y="4543157"/>
        <a:ext cx="6666833" cy="9080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5909F-1D0E-4061-86A6-D093D17E75A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981B4-7B8F-440A-97DC-61182EA9709B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kern="1200"/>
            <a:t>Short answer:  No</a:t>
          </a:r>
          <a:endParaRPr lang="en-US" sz="3600" kern="1200"/>
        </a:p>
      </dsp:txBody>
      <dsp:txXfrm>
        <a:off x="608661" y="692298"/>
        <a:ext cx="4508047" cy="2799040"/>
      </dsp:txXfrm>
    </dsp:sp>
    <dsp:sp modelId="{98409F9A-5B43-4922-87C2-7C2671F6223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48CEB-BE28-4AF8-9B4E-7E5908420C2B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kern="1200"/>
            <a:t>Correct answer: Needed Only when using engines that require execution context</a:t>
          </a:r>
          <a:endParaRPr lang="en-US" sz="3600" kern="1200"/>
        </a:p>
      </dsp:txBody>
      <dsp:txXfrm>
        <a:off x="6331365" y="692298"/>
        <a:ext cx="4508047" cy="27990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BFAB-FF56-4664-956A-634CD576D941}">
      <dsp:nvSpPr>
        <dsp:cNvPr id="0" name=""/>
        <dsp:cNvSpPr/>
      </dsp:nvSpPr>
      <dsp:spPr>
        <a:xfrm>
          <a:off x="202" y="136361"/>
          <a:ext cx="2447649" cy="293717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0" rIns="24177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 Spark, everything starts with SparkSession.It is the entry point to:</a:t>
          </a:r>
          <a:endParaRPr lang="en-US" sz="1800" kern="1200"/>
        </a:p>
      </dsp:txBody>
      <dsp:txXfrm>
        <a:off x="202" y="1311233"/>
        <a:ext cx="2447649" cy="1762307"/>
      </dsp:txXfrm>
    </dsp:sp>
    <dsp:sp modelId="{CE8D7232-8CD3-47E5-9516-37290A4C90E3}">
      <dsp:nvSpPr>
        <dsp:cNvPr id="0" name=""/>
        <dsp:cNvSpPr/>
      </dsp:nvSpPr>
      <dsp:spPr>
        <a:xfrm>
          <a:off x="202" y="136361"/>
          <a:ext cx="2447649" cy="11748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165100" rIns="241773" bIns="1651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01</a:t>
          </a:r>
        </a:p>
      </dsp:txBody>
      <dsp:txXfrm>
        <a:off x="202" y="136361"/>
        <a:ext cx="2447649" cy="1174871"/>
      </dsp:txXfrm>
    </dsp:sp>
    <dsp:sp modelId="{8CEF1D31-DC93-460A-880E-AEB7820A2F16}">
      <dsp:nvSpPr>
        <dsp:cNvPr id="0" name=""/>
        <dsp:cNvSpPr/>
      </dsp:nvSpPr>
      <dsp:spPr>
        <a:xfrm>
          <a:off x="2643664" y="136361"/>
          <a:ext cx="2447649" cy="2937179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0" rIns="24177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Read data</a:t>
          </a:r>
          <a:endParaRPr lang="en-US" sz="1800" kern="1200"/>
        </a:p>
      </dsp:txBody>
      <dsp:txXfrm>
        <a:off x="2643664" y="1311233"/>
        <a:ext cx="2447649" cy="1762307"/>
      </dsp:txXfrm>
    </dsp:sp>
    <dsp:sp modelId="{3A766051-1296-4BDA-9EFA-1CE7AB52BED2}">
      <dsp:nvSpPr>
        <dsp:cNvPr id="0" name=""/>
        <dsp:cNvSpPr/>
      </dsp:nvSpPr>
      <dsp:spPr>
        <a:xfrm>
          <a:off x="2643664" y="136361"/>
          <a:ext cx="2447649" cy="11748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165100" rIns="241773" bIns="1651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02</a:t>
          </a:r>
        </a:p>
      </dsp:txBody>
      <dsp:txXfrm>
        <a:off x="2643664" y="136361"/>
        <a:ext cx="2447649" cy="1174871"/>
      </dsp:txXfrm>
    </dsp:sp>
    <dsp:sp modelId="{9A299DFE-3A3D-4EE7-87F9-3A502FA9CBA2}">
      <dsp:nvSpPr>
        <dsp:cNvPr id="0" name=""/>
        <dsp:cNvSpPr/>
      </dsp:nvSpPr>
      <dsp:spPr>
        <a:xfrm>
          <a:off x="5287125" y="136361"/>
          <a:ext cx="2447649" cy="2937179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0" rIns="24177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Create DataFrames</a:t>
          </a:r>
          <a:endParaRPr lang="en-US" sz="1800" kern="1200"/>
        </a:p>
      </dsp:txBody>
      <dsp:txXfrm>
        <a:off x="5287125" y="1311233"/>
        <a:ext cx="2447649" cy="1762307"/>
      </dsp:txXfrm>
    </dsp:sp>
    <dsp:sp modelId="{18730A45-B746-4092-8AC3-AF17B82CE9AD}">
      <dsp:nvSpPr>
        <dsp:cNvPr id="0" name=""/>
        <dsp:cNvSpPr/>
      </dsp:nvSpPr>
      <dsp:spPr>
        <a:xfrm>
          <a:off x="5287125" y="136361"/>
          <a:ext cx="2447649" cy="11748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165100" rIns="241773" bIns="1651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03</a:t>
          </a:r>
        </a:p>
      </dsp:txBody>
      <dsp:txXfrm>
        <a:off x="5287125" y="136361"/>
        <a:ext cx="2447649" cy="1174871"/>
      </dsp:txXfrm>
    </dsp:sp>
    <dsp:sp modelId="{F4285A33-0950-4E04-93AD-98AED3553AC7}">
      <dsp:nvSpPr>
        <dsp:cNvPr id="0" name=""/>
        <dsp:cNvSpPr/>
      </dsp:nvSpPr>
      <dsp:spPr>
        <a:xfrm>
          <a:off x="7930587" y="136361"/>
          <a:ext cx="2447649" cy="2937179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0" rIns="24177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Execute Spark jobs”</a:t>
          </a:r>
          <a:endParaRPr lang="en-US" sz="1800" kern="1200"/>
        </a:p>
      </dsp:txBody>
      <dsp:txXfrm>
        <a:off x="7930587" y="1311233"/>
        <a:ext cx="2447649" cy="1762307"/>
      </dsp:txXfrm>
    </dsp:sp>
    <dsp:sp modelId="{61C6DD15-0B2E-42C5-B374-7C7EFC81C5A9}">
      <dsp:nvSpPr>
        <dsp:cNvPr id="0" name=""/>
        <dsp:cNvSpPr/>
      </dsp:nvSpPr>
      <dsp:spPr>
        <a:xfrm>
          <a:off x="7930587" y="136361"/>
          <a:ext cx="2447649" cy="11748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773" tIns="165100" rIns="241773" bIns="1651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04</a:t>
          </a:r>
        </a:p>
      </dsp:txBody>
      <dsp:txXfrm>
        <a:off x="7930587" y="136361"/>
        <a:ext cx="2447649" cy="1174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74624-0C56-4405-83E1-0A08025E1BC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DF630-6A35-487F-B6F8-D60D1646C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3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DF630-6A35-487F-B6F8-D60D1646CE6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32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CEB1-5383-0549-3868-0C82514E9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0A56F-A9B1-7DDC-BD9E-7D4D2B240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26350-08A6-53EE-518B-586D34BE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21993-0CCB-5F28-67C0-9C25B718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89B12-0953-8B51-ADE7-516B8111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C3E8-8900-E128-8FCA-677BCF00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F69B-0045-5931-AB41-00BA7198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DACC5-05C7-508D-BF42-A46D3A05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F812-D988-8D42-8C30-1BBEB5AB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D025F-20B0-2970-8869-EF6C07D5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99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6D45-16E3-76D9-E847-5D33C3A1F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E3E5B-3BA3-47FC-C175-D3E5ED9A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A40A7-FCDA-9C1B-B689-B5B20135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3EDC-3455-1A55-1C51-92F9246B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1C84-5405-FFA9-7668-F2C7D7E2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5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53A6-DA38-FC43-049B-2524D39E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6B3EE-3594-F7DF-2CFE-5D3164251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9B380-0C40-6A1C-10FD-3336F84E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038CE-0526-2A13-4EC3-53795371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96BC1-E4F9-0CB8-2901-6A10B9C8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88BF8-FD80-1BAB-9BCB-1840FF52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08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1EF4-E1B7-DFD6-CF20-829A4F6D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198B1-3013-62BA-D1D6-A9F32B1EE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B83AC-5CC1-E949-B92A-F020D8428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283E3-0E97-1015-A29B-98307897A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52AC6-3A79-BFE1-D977-C54EE8DD9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BB884-3C27-C5BE-AAA2-657B3681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84FBC-C015-7B8B-8D51-CAF66C5F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0DEA9-682C-1A12-7A2A-851B4BAE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29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4A4FA-6817-D43C-BF8C-7B5B6D60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51A02-7FD9-CD4B-DF84-651CC885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BA326-64F5-68C0-590B-7DA84250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2B15F-3206-5B9B-3203-D9580C59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86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9AD7B-6D4A-5B21-9166-28F1BC68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BEB46-C5EF-FD37-C345-9E5254A6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0FAC5-5B27-F608-710B-15C7FC8C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74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00E3-39C9-30B3-FB37-C55F7E29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9838-6028-E906-3D9E-5E2164C66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013C0-04BA-F886-7E1A-FE58718BE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B8F7D-4FC5-525A-80A9-A281A966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F7DCD-5F8E-EE9C-2707-C31B3A9E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24FFE-4106-FA22-F306-E12572BB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40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1121-A3DD-9165-DB10-DC18C651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6FE89-5BD4-02DB-8DF9-1C8729063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C2F68-4717-D4CA-2D21-6520AE8C6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AFA09-6E6B-5374-57FC-36BC698F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7944C-BC08-C4C6-1511-78BF0A86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44FB-E6D1-BA04-407C-9607A0C3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93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10BF-AEDB-453F-14CA-E7A904FA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B74DA-4086-6A7E-9382-F894DDF48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3B64-050A-747A-DA44-C6CE9B95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887BC-7B77-DFF8-7BC5-D429B9EC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F08BA-7016-944E-C078-F14E7E3A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5A5A0-A8AF-3EAB-D0B9-96F0BEF41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A2603-A5B6-1A6E-7366-F784FF976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DCFB0-C617-B71C-7CF6-498775E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5BA00-60FE-5C80-F314-19989AE8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4A11-5E1B-26CE-3280-B8F30844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8B91F-A087-EB0C-DAB6-436E3132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E5806-9E70-1EFE-59C0-04EC99A3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05CAE-31A8-EC17-3DF9-789D70FAC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539A6-CC1F-43BA-B5DD-2A576D4CD43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7580E-1584-4F2D-5492-2A69F6F84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7BEFF-7FD2-DC5C-C41B-2EBFA81EA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08AEF-BF4A-4ECB-98CC-250EC9E54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6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555FB-7398-E091-71A7-6758996AF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Spark Session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D38EB-0330-A98B-B518-9CB0C8EB7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51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D5838-3A10-D1BB-2E9F-C6D691BB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What is a </a:t>
            </a:r>
            <a:r>
              <a:rPr lang="en-IN" sz="4000" b="1" i="1">
                <a:solidFill>
                  <a:srgbClr val="FFFFFF"/>
                </a:solidFill>
              </a:rPr>
              <a:t>Session</a:t>
            </a:r>
            <a:r>
              <a:rPr lang="en-IN" sz="4000" b="1">
                <a:solidFill>
                  <a:srgbClr val="FFFFFF"/>
                </a:solidFill>
              </a:rPr>
              <a:t> and Why Do We Need It?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E7BC2E-0446-A6D7-F120-1B0F271E0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31128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711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A68A1-0210-C4BC-BA07-7DF7CDCD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Without a session: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76D0FE-30AD-0E2E-579A-DF5F9CBC9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5906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49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A03BD-740C-27DA-EF83-869D37C2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Before Advanced Analytics Existed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3B5CDD-6058-1F35-E642-65FD81B3E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765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494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44856-0DAC-B02D-8AB9-A09E5626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1AC6B9-4D51-8F8D-9C70-521127EF3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9866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35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4F81A-56DE-1305-1AF9-FBE88B28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Why sessions were introduced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52EE27-4E20-7669-3FCA-C0FF2631A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4524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688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7E162-69BF-9660-0990-7EC5253A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2800" b="1">
                <a:solidFill>
                  <a:srgbClr val="FFFFFF"/>
                </a:solidFill>
              </a:rPr>
              <a:t>Before Advanced Analytics (Validation &amp; Exploration Phase)</a:t>
            </a:r>
            <a:br>
              <a:rPr lang="en-IN" sz="2800">
                <a:solidFill>
                  <a:srgbClr val="FFFFFF"/>
                </a:solidFill>
              </a:rPr>
            </a:br>
            <a:endParaRPr lang="en-IN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045D1-A905-E6F5-ABEB-A7D3C41DF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8807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86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9D37D-77D0-CF93-E2C9-7B9E584A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Examples and usecases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60F4D64-ABFE-629A-6084-1717BE898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522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43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73A5F-A402-E0D5-F6F0-A2AA0200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2800" b="1">
                <a:solidFill>
                  <a:srgbClr val="FFFFFF"/>
                </a:solidFill>
              </a:rPr>
              <a:t>After Advanced Analytics (Processing &amp; Intelligence Phase)</a:t>
            </a:r>
            <a:br>
              <a:rPr lang="en-IN" sz="2800">
                <a:solidFill>
                  <a:srgbClr val="FFFFFF"/>
                </a:solidFill>
              </a:rPr>
            </a:br>
            <a:endParaRPr lang="en-IN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ECAFAF-7571-C6F6-0016-41AB3867A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717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369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E3C9C-9EF9-A4F2-AAE2-1A6CBA95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Example and use cases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85180-88C6-039A-9EC5-1A0DC322C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40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1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5E977-D570-287B-C619-071BF591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Where Do We Need Sessions? (Real-World Scenarios)</a:t>
            </a:r>
            <a:br>
              <a:rPr lang="en-IN" sz="4000" dirty="0"/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F1AD-FDDA-4791-7C31-3CBD1EEC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CDF094-0875-67C7-C545-71BB8804D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247807"/>
              </p:ext>
            </p:extLst>
          </p:nvPr>
        </p:nvGraphicFramePr>
        <p:xfrm>
          <a:off x="2194144" y="402570"/>
          <a:ext cx="7803712" cy="321527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478289">
                  <a:extLst>
                    <a:ext uri="{9D8B030D-6E8A-4147-A177-3AD203B41FA5}">
                      <a16:colId xmlns:a16="http://schemas.microsoft.com/office/drawing/2014/main" val="639147849"/>
                    </a:ext>
                  </a:extLst>
                </a:gridCol>
                <a:gridCol w="4325423">
                  <a:extLst>
                    <a:ext uri="{9D8B030D-6E8A-4147-A177-3AD203B41FA5}">
                      <a16:colId xmlns:a16="http://schemas.microsoft.com/office/drawing/2014/main" val="438483598"/>
                    </a:ext>
                  </a:extLst>
                </a:gridCol>
              </a:tblGrid>
              <a:tr h="4789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all" spc="60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n-IN" sz="1400" b="1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07659" marB="1076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all" spc="60">
                          <a:solidFill>
                            <a:schemeClr val="tx1"/>
                          </a:solidFill>
                          <a:effectLst/>
                        </a:rPr>
                        <a:t>Why</a:t>
                      </a:r>
                      <a:endParaRPr lang="en-IN" sz="1400" b="1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07659" marB="10765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827006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Big data processing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Resource coordination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729471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Distributed computation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Executor management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551860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SQL analytics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Query planning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739479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Streaming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State management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59383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ML pipelines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Model lifecycle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7780"/>
                  </a:ext>
                </a:extLst>
              </a:tr>
              <a:tr h="456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  <a:effectLst/>
                        </a:rPr>
                        <a:t>ETL pipelines</a:t>
                      </a:r>
                      <a:endParaRPr lang="en-IN" sz="1400" b="1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</a:rPr>
                        <a:t>Metadata &amp; optimization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15" marR="11215" marT="11215" marB="1076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094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74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ADAB6-3AEC-4C18-8715-DB856DAC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Not Always Needed</a:t>
            </a:r>
            <a:br>
              <a:rPr lang="en-IN" sz="4000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F257B6-02A3-B3FD-3E41-22C7F3A10C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157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046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2E0F0-E99E-9312-0B27-45BF63F1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Is Session Needed Everywhere in Data Analytics?</a:t>
            </a:r>
            <a:br>
              <a:rPr lang="en-IN" sz="3400">
                <a:solidFill>
                  <a:srgbClr val="FFFFFF"/>
                </a:solidFill>
              </a:rPr>
            </a:br>
            <a:endParaRPr lang="en-IN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C1904-04B3-9E98-8334-1E27E39D4A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69900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53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7E03A-7CB2-6172-BD5E-73EF56FB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5CD791-E05D-7A3A-952F-E4029D546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799214"/>
              </p:ext>
            </p:extLst>
          </p:nvPr>
        </p:nvGraphicFramePr>
        <p:xfrm>
          <a:off x="4905052" y="1195363"/>
          <a:ext cx="6666834" cy="456408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3602338">
                  <a:extLst>
                    <a:ext uri="{9D8B030D-6E8A-4147-A177-3AD203B41FA5}">
                      <a16:colId xmlns:a16="http://schemas.microsoft.com/office/drawing/2014/main" val="3046065869"/>
                    </a:ext>
                  </a:extLst>
                </a:gridCol>
                <a:gridCol w="3064496">
                  <a:extLst>
                    <a:ext uri="{9D8B030D-6E8A-4147-A177-3AD203B41FA5}">
                      <a16:colId xmlns:a16="http://schemas.microsoft.com/office/drawing/2014/main" val="2500561798"/>
                    </a:ext>
                  </a:extLst>
                </a:gridCol>
              </a:tblGrid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Tool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Session Needed?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3695701785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Pandas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❌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1933523602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Excel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❌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3003829617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SQL DB (connection)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✔️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1487643169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Spark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✔️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2230191841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Flink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✔️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4051633282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Hive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✔️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299555555"/>
                  </a:ext>
                </a:extLst>
              </a:tr>
              <a:tr h="570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Snowflake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✔️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904" marR="23904" marT="23904" marB="23904" anchor="ctr"/>
                </a:tc>
                <a:extLst>
                  <a:ext uri="{0D108BD9-81ED-4DB2-BD59-A6C34878D82A}">
                    <a16:rowId xmlns:a16="http://schemas.microsoft.com/office/drawing/2014/main" val="3130656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23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715B4-B563-5458-0466-596949AD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Insight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43B0-CE3F-A73D-ED06-2B5BCECD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Session is the modern replacement for database connections in analytics engines.</a:t>
            </a:r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41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0320B-C660-0A35-6200-ABB3AF71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 sz="4100" b="1">
                <a:solidFill>
                  <a:srgbClr val="FFFFFF"/>
                </a:solidFill>
              </a:rPr>
              <a:t>Standard SparkSession lifecycle</a:t>
            </a:r>
            <a:endParaRPr lang="en-IN" sz="4100">
              <a:solidFill>
                <a:srgbClr val="FFFFFF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CA07A-0C0D-E137-B8AA-40E76A9C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 Create Session</a:t>
            </a:r>
            <a:br>
              <a:rPr lang="en-IN" b="1" dirty="0"/>
            </a:br>
            <a:r>
              <a:rPr lang="en-IN" b="1" dirty="0"/>
              <a:t>2. Configure Session</a:t>
            </a:r>
            <a:br>
              <a:rPr lang="en-IN" b="1" dirty="0"/>
            </a:br>
            <a:r>
              <a:rPr lang="en-IN" b="1" dirty="0"/>
              <a:t>3. Read Data</a:t>
            </a:r>
            <a:br>
              <a:rPr lang="en-IN" b="1" dirty="0"/>
            </a:br>
            <a:r>
              <a:rPr lang="en-IN" b="1" dirty="0"/>
              <a:t>4. Transform Data</a:t>
            </a:r>
            <a:br>
              <a:rPr lang="en-IN" b="1" dirty="0"/>
            </a:br>
            <a:r>
              <a:rPr lang="en-IN" b="1" dirty="0"/>
              <a:t>5. Trigger Actions</a:t>
            </a:r>
            <a:br>
              <a:rPr lang="en-IN" b="1" dirty="0"/>
            </a:br>
            <a:r>
              <a:rPr lang="en-IN" b="1" dirty="0"/>
              <a:t>6. Stop Session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371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DF530-F9CC-3F26-195D-F7335235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Example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4F03-840E-43AA-B14C-10E7AFA70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spark = SparkSession.builder.appName("MyJob").getOrCreate()</a:t>
            </a:r>
            <a:br>
              <a:rPr lang="en-IN" sz="2400" b="1"/>
            </a:br>
            <a:br>
              <a:rPr lang="en-IN" sz="2400" b="1"/>
            </a:br>
            <a:r>
              <a:rPr lang="en-IN" sz="2400" b="1"/>
              <a:t>df = spark.read.csv("data.csv", header=True)</a:t>
            </a:r>
            <a:br>
              <a:rPr lang="en-IN" sz="2400" b="1"/>
            </a:br>
            <a:br>
              <a:rPr lang="en-IN" sz="2400" b="1"/>
            </a:br>
            <a:r>
              <a:rPr lang="en-IN" sz="2400" b="1"/>
              <a:t>df.filter(...).groupBy(...).count()</a:t>
            </a:r>
            <a:br>
              <a:rPr lang="en-IN" sz="2400" b="1"/>
            </a:br>
            <a:br>
              <a:rPr lang="en-IN" sz="2400" b="1"/>
            </a:br>
            <a:r>
              <a:rPr lang="en-IN" sz="2400" b="1"/>
              <a:t>spark.stop()</a:t>
            </a: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186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594E5-76C9-7DD7-443A-4E7DDE2C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Session Creation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EC80-2652-CCBE-BA51-8B8ED07D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SparkSession.builder</a:t>
            </a:r>
            <a:br>
              <a:rPr lang="en-IN" sz="2400" b="1"/>
            </a:br>
            <a:r>
              <a:rPr lang="en-IN" sz="2400" b="1"/>
              <a:t>    .appName()</a:t>
            </a:r>
            <a:br>
              <a:rPr lang="en-IN" sz="2400" b="1"/>
            </a:br>
            <a:r>
              <a:rPr lang="en-IN" sz="2400" b="1"/>
              <a:t>    .config()</a:t>
            </a:r>
            <a:br>
              <a:rPr lang="en-IN" sz="2400" b="1"/>
            </a:br>
            <a:r>
              <a:rPr lang="en-IN" sz="2400" b="1"/>
              <a:t>    .enableHiveSupport()</a:t>
            </a:r>
            <a:br>
              <a:rPr lang="en-IN" sz="2400" b="1"/>
            </a:br>
            <a:r>
              <a:rPr lang="en-IN" sz="2400" b="1"/>
              <a:t>    .getOrCreate()</a:t>
            </a:r>
            <a:endParaRPr lang="en-IN" sz="2400"/>
          </a:p>
          <a:p>
            <a:br>
              <a:rPr lang="en-IN" sz="2400" b="1"/>
            </a:b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35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99A6E-E5C0-F959-A0D5-19B3852C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 Data Reading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E20D-CEB7-8A6F-0B01-F4C21525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spark.read.csv()</a:t>
            </a:r>
            <a:br>
              <a:rPr lang="en-IN" sz="2400" b="1"/>
            </a:br>
            <a:r>
              <a:rPr lang="en-IN" sz="2400" b="1"/>
              <a:t>spark.read.parquet()</a:t>
            </a:r>
            <a:br>
              <a:rPr lang="en-IN" sz="2400" b="1"/>
            </a:br>
            <a:r>
              <a:rPr lang="en-IN" sz="2400" b="1"/>
              <a:t>spark.read.json()</a:t>
            </a:r>
            <a:br>
              <a:rPr lang="en-IN" sz="2400" b="1"/>
            </a:br>
            <a:r>
              <a:rPr lang="en-IN" sz="2400" b="1"/>
              <a:t>spark.read.table()</a:t>
            </a:r>
            <a:endParaRPr lang="en-IN" sz="2400"/>
          </a:p>
          <a:p>
            <a:pPr marL="0" indent="0">
              <a:buNone/>
            </a:pPr>
            <a:br>
              <a:rPr lang="en-IN" sz="2400" b="1"/>
            </a:b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49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3DD5D-EEA4-809D-5AA2-ED0697F4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SQL Execution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8488-21D7-2A3E-FF14-73A27C1A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 err="1"/>
              <a:t>spark.sql</a:t>
            </a:r>
            <a:r>
              <a:rPr lang="en-IN" sz="2400" b="1" dirty="0"/>
              <a:t>("SELECT * FROM table")</a:t>
            </a:r>
            <a:br>
              <a:rPr lang="en-IN" sz="2400" b="1" dirty="0"/>
            </a:br>
            <a:r>
              <a:rPr lang="en-IN" sz="2400" b="1" dirty="0" err="1"/>
              <a:t>df.createOrReplaceTempView</a:t>
            </a:r>
            <a:r>
              <a:rPr lang="en-IN" sz="2400" b="1" dirty="0"/>
              <a:t>("</a:t>
            </a:r>
            <a:r>
              <a:rPr lang="en-IN" sz="2400" b="1" dirty="0" err="1"/>
              <a:t>cdr</a:t>
            </a:r>
            <a:r>
              <a:rPr lang="en-IN" sz="2400" b="1" dirty="0"/>
              <a:t>")</a:t>
            </a:r>
            <a:endParaRPr lang="en-IN" sz="2400" dirty="0"/>
          </a:p>
          <a:p>
            <a:pPr marL="0" indent="0">
              <a:buNone/>
            </a:pPr>
            <a:br>
              <a:rPr lang="en-IN" sz="2400" b="1" dirty="0"/>
            </a:br>
            <a:endParaRPr lang="en-IN" sz="2400" dirty="0"/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28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F259F-BD07-FCA3-500D-82D73FF2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Configuration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F467-CE05-D997-A41E-4729347A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spark.conf.get()</a:t>
            </a:r>
            <a:br>
              <a:rPr lang="en-IN" sz="2400" b="1"/>
            </a:br>
            <a:r>
              <a:rPr lang="en-IN" sz="2400" b="1"/>
              <a:t>spark.conf.set()</a:t>
            </a:r>
            <a:endParaRPr lang="en-IN" sz="2400"/>
          </a:p>
          <a:p>
            <a:pPr marL="0" indent="0">
              <a:buNone/>
            </a:pPr>
            <a:br>
              <a:rPr lang="en-IN" sz="2400" b="1"/>
            </a:br>
            <a:endParaRPr lang="en-IN" sz="2400"/>
          </a:p>
          <a:p>
            <a:endParaRPr lang="en-IN" sz="2400"/>
          </a:p>
          <a:p>
            <a:endParaRPr lang="en-IN" sz="24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934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B2951-65B1-CA33-CCC6-D414D800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 Metadata &amp; Context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01D6B-DD5D-9700-AC47-9ABF8F60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spark.version</a:t>
            </a:r>
            <a:br>
              <a:rPr lang="en-IN" sz="2400" b="1"/>
            </a:br>
            <a:r>
              <a:rPr lang="en-IN" sz="2400" b="1"/>
              <a:t>spark.catalog.listTables()</a:t>
            </a:r>
            <a:br>
              <a:rPr lang="en-IN" sz="2400" b="1"/>
            </a:br>
            <a:r>
              <a:rPr lang="en-IN" sz="2400" b="1"/>
              <a:t>spark.sparkContext</a:t>
            </a:r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03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B97E-4208-96F8-9E08-42678D62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Session Termination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6459-D26D-AE75-A4E1-D69836A45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 err="1"/>
              <a:t>spark.stop</a:t>
            </a:r>
            <a:r>
              <a:rPr lang="en-IN" sz="2400" b="1" dirty="0"/>
              <a:t>()</a:t>
            </a:r>
            <a:endParaRPr lang="en-IN" sz="2400" dirty="0"/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39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9B4D2-6CCF-0EC1-830D-2826DD15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IN" sz="3400" b="1"/>
              <a:t>Common DataFrame Functions Used Inside a Session</a:t>
            </a:r>
            <a:br>
              <a:rPr lang="en-IN" sz="3400"/>
            </a:br>
            <a:endParaRPr lang="en-IN" sz="34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ECBF96-A350-6A4C-927A-411628C0F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939712"/>
              </p:ext>
            </p:extLst>
          </p:nvPr>
        </p:nvGraphicFramePr>
        <p:xfrm>
          <a:off x="1365052" y="2122098"/>
          <a:ext cx="9461895" cy="3875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1185">
                  <a:extLst>
                    <a:ext uri="{9D8B030D-6E8A-4147-A177-3AD203B41FA5}">
                      <a16:colId xmlns:a16="http://schemas.microsoft.com/office/drawing/2014/main" val="363468127"/>
                    </a:ext>
                  </a:extLst>
                </a:gridCol>
                <a:gridCol w="5750710">
                  <a:extLst>
                    <a:ext uri="{9D8B030D-6E8A-4147-A177-3AD203B41FA5}">
                      <a16:colId xmlns:a16="http://schemas.microsoft.com/office/drawing/2014/main" val="1620624090"/>
                    </a:ext>
                  </a:extLst>
                </a:gridCol>
              </a:tblGrid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Category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Methods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198139178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Inspection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show(), printSchema()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2278851946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Selection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select(), withColumn()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4198189330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Filtering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filter(), where()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4163626189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Aggregation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groupBy(), agg()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3260258219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Actions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count(), collect()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2851690684"/>
                  </a:ext>
                </a:extLst>
              </a:tr>
              <a:tr h="553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Optimization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700">
                          <a:effectLst/>
                        </a:rPr>
                        <a:t>cache(), persist()</a:t>
                      </a:r>
                      <a:endParaRPr lang="en-IN" sz="2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200" marR="23200" marT="23200" marB="23200" anchor="ctr"/>
                </a:tc>
                <a:extLst>
                  <a:ext uri="{0D108BD9-81ED-4DB2-BD59-A6C34878D82A}">
                    <a16:rowId xmlns:a16="http://schemas.microsoft.com/office/drawing/2014/main" val="309602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686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EE921-58D0-7463-6F0B-77C9D4DC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313" y="449725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dirty="0"/>
              <a:t>Summary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EDBB-0B04-61ED-3C1F-A96610178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799396"/>
            <a:ext cx="9849751" cy="4135685"/>
          </a:xfrm>
        </p:spPr>
        <p:txBody>
          <a:bodyPr anchor="ctr">
            <a:normAutofit/>
          </a:bodyPr>
          <a:lstStyle/>
          <a:p>
            <a:r>
              <a:rPr lang="en-IN" sz="2000" b="1" dirty="0"/>
              <a:t>“A session provides execution context and resource management for analytics engines.</a:t>
            </a:r>
            <a:br>
              <a:rPr lang="en-IN" sz="2000" b="1" dirty="0"/>
            </a:br>
            <a:r>
              <a:rPr lang="en-IN" sz="2000" b="1" dirty="0"/>
              <a:t>Before advanced analytics, sessions were used mainly for data validation and exploration.</a:t>
            </a:r>
            <a:br>
              <a:rPr lang="en-IN" sz="2000" b="1" dirty="0"/>
            </a:br>
            <a:r>
              <a:rPr lang="en-IN" sz="2000" b="1" dirty="0"/>
              <a:t>With advanced analytics, sessions manage optimized execution plans, distributed processing, and stateful computations.</a:t>
            </a:r>
            <a:br>
              <a:rPr lang="en-IN" sz="2000" b="1" dirty="0"/>
            </a:br>
            <a:r>
              <a:rPr lang="en-IN" sz="2000" b="1" dirty="0"/>
              <a:t>Sessions are required only when working with distributed or stateful analytics engines like Spark, not for simple in-memory tools like pandas.”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8440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F64B0-C4BD-3945-8A8E-9A309A0C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9076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D4417-0F34-A869-64A9-DC91C1B5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Reiterating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848BA-4E1E-954B-8D25-2C4A1DCE6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400" b="1" i="1" dirty="0"/>
              <a:t>Before advanced analytics, Spark is first used for data validation and sanity checks</a:t>
            </a:r>
            <a:r>
              <a:rPr lang="en-IN" sz="2400" b="1" dirty="0"/>
              <a:t>.</a:t>
            </a:r>
            <a:endParaRPr lang="en-IN" sz="2400" dirty="0"/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570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2C146-DDFA-8B33-D921-3DC64FA7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endParaRPr lang="en-IN" sz="48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B9047ACA-9190-EE83-93AA-DBBAE13EE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90814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2271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4B71-FEDE-8631-59BA-0C3A36688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93" y="1984353"/>
            <a:ext cx="9941319" cy="31246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pyspark.sql</a:t>
            </a:r>
            <a:r>
              <a:rPr lang="en-IN" b="1" dirty="0"/>
              <a:t> import </a:t>
            </a:r>
            <a:r>
              <a:rPr lang="en-IN" b="1" dirty="0" err="1"/>
              <a:t>SparkSession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spark = </a:t>
            </a:r>
            <a:r>
              <a:rPr lang="en-IN" b="1" dirty="0" err="1"/>
              <a:t>SparkSession.builder</a:t>
            </a:r>
            <a:r>
              <a:rPr lang="en-IN" b="1" dirty="0"/>
              <a:t> \</a:t>
            </a:r>
            <a:br>
              <a:rPr lang="en-IN" b="1" dirty="0"/>
            </a:br>
            <a:r>
              <a:rPr lang="en-IN" b="1" dirty="0"/>
              <a:t>    .</a:t>
            </a:r>
            <a:r>
              <a:rPr lang="en-IN" b="1" dirty="0" err="1"/>
              <a:t>appName</a:t>
            </a:r>
            <a:r>
              <a:rPr lang="en-IN" b="1" dirty="0"/>
              <a:t>("</a:t>
            </a:r>
            <a:r>
              <a:rPr lang="en-IN" b="1" dirty="0" err="1"/>
              <a:t>Telecom_Production_CDR_Analysis</a:t>
            </a:r>
            <a:r>
              <a:rPr lang="en-IN" b="1" dirty="0"/>
              <a:t>") \</a:t>
            </a:r>
            <a:br>
              <a:rPr lang="en-IN" b="1" dirty="0"/>
            </a:br>
            <a:r>
              <a:rPr lang="en-IN" b="1" dirty="0"/>
              <a:t>    .</a:t>
            </a:r>
            <a:r>
              <a:rPr lang="en-IN" b="1" dirty="0" err="1"/>
              <a:t>getOrCreate</a:t>
            </a:r>
            <a:r>
              <a:rPr lang="en-IN" b="1" dirty="0"/>
              <a:t>()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lvl="0" indent="0">
              <a:buNone/>
            </a:pPr>
            <a:r>
              <a:rPr lang="en-IN" b="1" dirty="0" err="1"/>
              <a:t>SparkSession</a:t>
            </a:r>
            <a:r>
              <a:rPr lang="en-IN" b="1" dirty="0"/>
              <a:t> → Gateway to Spark</a:t>
            </a:r>
            <a:endParaRPr lang="en-IN" dirty="0"/>
          </a:p>
          <a:p>
            <a:pPr marL="0" lvl="0" indent="0">
              <a:buNone/>
            </a:pPr>
            <a:r>
              <a:rPr lang="en-IN" b="1" dirty="0" err="1"/>
              <a:t>appName</a:t>
            </a:r>
            <a:r>
              <a:rPr lang="en-IN" b="1" dirty="0"/>
              <a:t>() → Job name visible in Spark UI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.</a:t>
            </a:r>
            <a:r>
              <a:rPr lang="en-IN" b="1" dirty="0" err="1"/>
              <a:t>getOrCreate</a:t>
            </a:r>
            <a:r>
              <a:rPr lang="en-IN" b="1" dirty="0"/>
              <a:t>() → Reuses existing session or creates new one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Business link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“Every production Spark job has a meaningful app name for monitoring.”</a:t>
            </a:r>
            <a:endParaRPr lang="en-IN" dirty="0"/>
          </a:p>
          <a:p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8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77449-DBD0-4A29-6507-D34E0270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why reading correctly matters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CD30F-0C79-B9B1-6D65-6E17A9BE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       </a:t>
            </a:r>
          </a:p>
          <a:p>
            <a:pPr marL="0" indent="0">
              <a:buNone/>
            </a:pPr>
            <a:r>
              <a:rPr lang="en-IN" sz="2400" b="1"/>
              <a:t>Wrong schema = wrong revenue, wrong SLA reports, wrong billing.</a:t>
            </a:r>
            <a:endParaRPr lang="en-IN" sz="2400"/>
          </a:p>
          <a:p>
            <a:pPr marL="0" indent="0">
              <a:buNone/>
            </a:pPr>
            <a:endParaRPr lang="en-IN" sz="2400"/>
          </a:p>
          <a:p>
            <a:pPr marL="0" indent="0">
              <a:buNone/>
            </a:pP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360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99B4E-C6C9-8E23-0845-6D924457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350729"/>
            <a:ext cx="10143668" cy="568431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3800" b="1" dirty="0" err="1"/>
              <a:t>df</a:t>
            </a:r>
            <a:r>
              <a:rPr lang="en-IN" sz="3800" b="1" dirty="0"/>
              <a:t> = spark.read.csv(</a:t>
            </a:r>
            <a:br>
              <a:rPr lang="en-IN" sz="3800" b="1" dirty="0"/>
            </a:br>
            <a:r>
              <a:rPr lang="en-IN" sz="3800" b="1" dirty="0"/>
              <a:t>    "telecom_cdr_production.csv",</a:t>
            </a:r>
            <a:br>
              <a:rPr lang="en-IN" sz="3800" b="1" dirty="0"/>
            </a:br>
            <a:r>
              <a:rPr lang="en-IN" sz="3800" b="1" dirty="0"/>
              <a:t>    header=True,</a:t>
            </a:r>
            <a:br>
              <a:rPr lang="en-IN" sz="3800" b="1" dirty="0"/>
            </a:br>
            <a:r>
              <a:rPr lang="en-IN" sz="3800" b="1" dirty="0"/>
              <a:t>    </a:t>
            </a:r>
            <a:r>
              <a:rPr lang="en-IN" sz="3800" b="1" dirty="0" err="1"/>
              <a:t>inferSchema</a:t>
            </a:r>
            <a:r>
              <a:rPr lang="en-IN" sz="3800" b="1" dirty="0"/>
              <a:t>=True</a:t>
            </a:r>
            <a:br>
              <a:rPr lang="en-IN" sz="3800" b="1" dirty="0"/>
            </a:br>
            <a:r>
              <a:rPr lang="en-IN" sz="3800" b="1" dirty="0"/>
              <a:t>)</a:t>
            </a:r>
            <a:endParaRPr lang="en-IN" sz="3800" dirty="0"/>
          </a:p>
          <a:p>
            <a:pPr marL="0" lvl="0" indent="0">
              <a:buNone/>
            </a:pPr>
            <a:endParaRPr lang="en-IN" sz="3800" b="1" dirty="0"/>
          </a:p>
          <a:p>
            <a:pPr marL="0" lvl="0" indent="0">
              <a:buNone/>
            </a:pPr>
            <a:r>
              <a:rPr lang="en-IN" sz="3800" b="1" dirty="0" err="1"/>
              <a:t>spark.read</a:t>
            </a:r>
            <a:r>
              <a:rPr lang="en-IN" sz="3800" b="1" dirty="0"/>
              <a:t> → Data ingestion</a:t>
            </a:r>
            <a:endParaRPr lang="en-IN" sz="3800" dirty="0"/>
          </a:p>
          <a:p>
            <a:pPr marL="0" lvl="0" indent="0">
              <a:buNone/>
            </a:pPr>
            <a:r>
              <a:rPr lang="en-IN" sz="3800" b="1" dirty="0"/>
              <a:t>csv() → Source format</a:t>
            </a:r>
            <a:endParaRPr lang="en-IN" sz="3800" dirty="0"/>
          </a:p>
          <a:p>
            <a:pPr marL="0" lvl="0" indent="0">
              <a:buNone/>
            </a:pPr>
            <a:r>
              <a:rPr lang="en-IN" sz="3800" b="1" dirty="0"/>
              <a:t>header=True → First row contains column names</a:t>
            </a:r>
            <a:endParaRPr lang="en-IN" sz="3800" dirty="0"/>
          </a:p>
          <a:p>
            <a:pPr marL="0" lvl="0" indent="0">
              <a:buNone/>
            </a:pPr>
            <a:r>
              <a:rPr lang="en-IN" sz="3800" b="1" dirty="0" err="1"/>
              <a:t>inferSchema</a:t>
            </a:r>
            <a:r>
              <a:rPr lang="en-IN" sz="3800" b="1" dirty="0"/>
              <a:t>=True → Spark auto-detects data types</a:t>
            </a:r>
            <a:endParaRPr lang="en-IN" sz="3800" dirty="0"/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717807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DABA5-FEDD-4D07-A464-69AE5798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endParaRPr lang="en-IN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500F-6C8F-773B-5E87-719EF68B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/>
              <a:t>“What happens if revenue is read as STRING instead of DOUBLE?”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 Wrong aggregations</a:t>
            </a:r>
            <a:br>
              <a:rPr lang="en-IN" sz="2400" b="1" dirty="0"/>
            </a:br>
            <a:r>
              <a:rPr lang="en-IN" sz="2400" b="1" dirty="0"/>
              <a:t> SLA calculations fail</a:t>
            </a:r>
            <a:br>
              <a:rPr lang="en-IN" sz="2400" b="1" dirty="0"/>
            </a:br>
            <a:r>
              <a:rPr lang="en-IN" sz="2400" b="1" dirty="0"/>
              <a:t>Revenue totals incorrect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98113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2B02E-D486-F559-E6D3-EF52C57A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endParaRPr lang="en-IN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C9486-2CEB-EC5C-B4B1-A73C52CD6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b="1"/>
              <a:t>Schema Validation (Very Important for Industry) </a:t>
            </a:r>
            <a:endParaRPr lang="en-IN" sz="2200"/>
          </a:p>
          <a:p>
            <a:pPr marL="0" indent="0">
              <a:buNone/>
            </a:pPr>
            <a:r>
              <a:rPr lang="en-IN" sz="2200" b="1"/>
              <a:t>df.printSchema()</a:t>
            </a:r>
            <a:endParaRPr lang="en-IN" sz="2200"/>
          </a:p>
          <a:p>
            <a:pPr marL="0" indent="0">
              <a:buNone/>
            </a:pPr>
            <a:endParaRPr lang="en-IN" sz="2200" b="1"/>
          </a:p>
          <a:p>
            <a:pPr marL="0" indent="0">
              <a:buNone/>
            </a:pPr>
            <a:r>
              <a:rPr lang="en-IN" sz="2200" b="1"/>
              <a:t>service_type: string</a:t>
            </a:r>
            <a:br>
              <a:rPr lang="en-IN" sz="2200" b="1"/>
            </a:br>
            <a:r>
              <a:rPr lang="en-IN" sz="2200" b="1"/>
              <a:t>plan_type: string</a:t>
            </a:r>
            <a:br>
              <a:rPr lang="en-IN" sz="2200" b="1"/>
            </a:br>
            <a:r>
              <a:rPr lang="en-IN" sz="2200" b="1"/>
              <a:t>roaming_type: string</a:t>
            </a:r>
            <a:br>
              <a:rPr lang="en-IN" sz="2200" b="1"/>
            </a:br>
            <a:r>
              <a:rPr lang="en-IN" sz="2200" b="1"/>
              <a:t>revenue: double</a:t>
            </a:r>
            <a:br>
              <a:rPr lang="en-IN" sz="2200" b="1"/>
            </a:br>
            <a:r>
              <a:rPr lang="en-IN" sz="2200" b="1"/>
              <a:t>sla_latency_ms: integer</a:t>
            </a:r>
            <a:br>
              <a:rPr lang="en-IN" sz="2200" b="1"/>
            </a:br>
            <a:r>
              <a:rPr lang="en-IN" sz="2200" b="1"/>
              <a:t>sla_breach_flag: integer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785997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93999-8073-BA61-DA98-D89FCE2C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Business explanation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0E635-FFF1-D7CE-CA29-32F88EE16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b="1" dirty="0"/>
              <a:t>Schema validation ensures:</a:t>
            </a:r>
            <a:endParaRPr lang="en-IN" sz="2200" dirty="0"/>
          </a:p>
          <a:p>
            <a:pPr lvl="0"/>
            <a:r>
              <a:rPr lang="en-IN" sz="2200" b="1" dirty="0"/>
              <a:t>Revenue is numeric</a:t>
            </a:r>
            <a:endParaRPr lang="en-IN" sz="2200" dirty="0"/>
          </a:p>
          <a:p>
            <a:pPr lvl="0"/>
            <a:r>
              <a:rPr lang="en-IN" sz="2200" b="1" dirty="0"/>
              <a:t>SLA flag is binary</a:t>
            </a:r>
            <a:endParaRPr lang="en-IN" sz="2200" dirty="0"/>
          </a:p>
          <a:p>
            <a:pPr lvl="0"/>
            <a:r>
              <a:rPr lang="en-IN" sz="2200" b="1" dirty="0"/>
              <a:t>Latency is measurable”</a:t>
            </a:r>
            <a:endParaRPr lang="en-IN" sz="2200" dirty="0"/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Production mindset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Schema validation is the first quality gate in telecom pipelines.</a:t>
            </a:r>
            <a:endParaRPr lang="en-IN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683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B7BFB-0E0F-5E8C-808C-6C58F808F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Sample Data Inspection 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D2D20-5839-43A8-B2A4-F44995ACF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 err="1"/>
              <a:t>df.show</a:t>
            </a:r>
            <a:r>
              <a:rPr lang="en-IN" sz="2400" b="1" dirty="0"/>
              <a:t>(5)</a:t>
            </a:r>
            <a:endParaRPr lang="en-IN" sz="2400" dirty="0"/>
          </a:p>
          <a:p>
            <a:pPr marL="0" lvl="0" indent="0">
              <a:buNone/>
            </a:pPr>
            <a:r>
              <a:rPr lang="en-IN" sz="2400" b="1" dirty="0"/>
              <a:t>Displays first 5 records</a:t>
            </a:r>
            <a:endParaRPr lang="en-IN" sz="2400" dirty="0"/>
          </a:p>
          <a:p>
            <a:pPr marL="0" lvl="0" indent="0">
              <a:buNone/>
            </a:pPr>
            <a:r>
              <a:rPr lang="en-IN" sz="2400" b="1" dirty="0"/>
              <a:t>Not for full analysis</a:t>
            </a:r>
            <a:endParaRPr lang="en-IN" sz="2400" dirty="0"/>
          </a:p>
          <a:p>
            <a:pPr marL="0" lvl="0" indent="0">
              <a:buNone/>
            </a:pPr>
            <a:r>
              <a:rPr lang="en-IN" sz="2400" b="1" dirty="0"/>
              <a:t>Used for sanity check</a:t>
            </a:r>
            <a:endParaRPr lang="en-IN" sz="2400" dirty="0"/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654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E44F8-8DDC-A9F4-BB93-6399F7F2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 b="1"/>
              <a:t>What should we look for</a:t>
            </a:r>
            <a:endParaRPr lang="en-IN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EFA8-E320-C5E8-B27B-034CE3C40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IN" sz="2400" b="1"/>
              <a:t>Are values logical?</a:t>
            </a:r>
            <a:endParaRPr lang="en-IN" sz="2400"/>
          </a:p>
          <a:p>
            <a:pPr lvl="0"/>
            <a:r>
              <a:rPr lang="en-IN" sz="2400" b="1"/>
              <a:t>Any nulls?</a:t>
            </a:r>
            <a:endParaRPr lang="en-IN" sz="2400"/>
          </a:p>
          <a:p>
            <a:pPr lvl="0"/>
            <a:r>
              <a:rPr lang="en-IN" sz="2400" b="1"/>
              <a:t>Any unexpected strings?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513504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341D9-11C4-0391-8DB5-3C930A8F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436030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Record Count Validation</a:t>
            </a:r>
            <a:endParaRPr lang="en-IN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F647-E100-4C50-3D20-6498988B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315233"/>
            <a:ext cx="10143668" cy="471980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3200" b="1" dirty="0" err="1"/>
              <a:t>df.count</a:t>
            </a:r>
            <a:r>
              <a:rPr lang="en-IN" sz="3200" b="1" dirty="0"/>
              <a:t>()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r>
              <a:rPr lang="en-IN" sz="3200" b="1" dirty="0"/>
              <a:t>Operations knows expected volume per day.</a:t>
            </a:r>
            <a:endParaRPr lang="en-IN" sz="3200" dirty="0"/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r>
              <a:rPr lang="en-IN" sz="3200" b="1" dirty="0"/>
              <a:t>Example:</a:t>
            </a:r>
            <a:endParaRPr lang="en-IN" sz="3200" dirty="0"/>
          </a:p>
          <a:p>
            <a:pPr marL="0" lvl="0" indent="0">
              <a:buNone/>
            </a:pPr>
            <a:r>
              <a:rPr lang="en-IN" sz="3200" b="1" dirty="0"/>
              <a:t>Expected: 50 million CDRs</a:t>
            </a:r>
            <a:endParaRPr lang="en-IN" sz="3200" dirty="0"/>
          </a:p>
          <a:p>
            <a:pPr marL="0" lvl="0" indent="0">
              <a:buNone/>
            </a:pPr>
            <a:r>
              <a:rPr lang="en-IN" sz="3200" b="1" dirty="0"/>
              <a:t>Actual: 42 million  → Data loss alert</a:t>
            </a:r>
            <a:endParaRPr lang="en-IN" sz="3200" dirty="0"/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r>
              <a:rPr lang="en-IN" sz="3200" b="1" dirty="0"/>
              <a:t>Key learning</a:t>
            </a:r>
            <a:endParaRPr lang="en-IN" sz="3200" dirty="0"/>
          </a:p>
          <a:p>
            <a:pPr marL="0" indent="0">
              <a:buNone/>
            </a:pPr>
            <a:r>
              <a:rPr lang="en-IN" sz="3200" b="1" dirty="0"/>
              <a:t>.count() is expensive but mandatory for validation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00955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1DFC3-BE68-F816-9E48-15E39FC38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/>
              <a:t>Column-Level Exploration</a:t>
            </a:r>
            <a:br>
              <a:rPr lang="en-IN" sz="4800"/>
            </a:b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B82A6-0683-95CD-76CD-92B3FFFD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df.select(</a:t>
            </a:r>
            <a:br>
              <a:rPr lang="en-IN" sz="2400" b="1"/>
            </a:br>
            <a:r>
              <a:rPr lang="en-IN" sz="2400" b="1"/>
              <a:t>    "service_type",</a:t>
            </a:r>
            <a:br>
              <a:rPr lang="en-IN" sz="2400" b="1"/>
            </a:br>
            <a:r>
              <a:rPr lang="en-IN" sz="2400" b="1"/>
              <a:t>    "plan_type",</a:t>
            </a:r>
            <a:br>
              <a:rPr lang="en-IN" sz="2400" b="1"/>
            </a:br>
            <a:r>
              <a:rPr lang="en-IN" sz="2400" b="1"/>
              <a:t>    "roaming_type",</a:t>
            </a:r>
            <a:br>
              <a:rPr lang="en-IN" sz="2400" b="1"/>
            </a:br>
            <a:r>
              <a:rPr lang="en-IN" sz="2400" b="1"/>
              <a:t>    "revenue"</a:t>
            </a:r>
            <a:br>
              <a:rPr lang="en-IN" sz="2400" b="1"/>
            </a:br>
            <a:r>
              <a:rPr lang="en-IN" sz="2400" b="1"/>
              <a:t>).show(10)</a:t>
            </a: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7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2F0BC-CD89-317E-141F-877BC529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361F-EC59-A927-7D26-D198086CA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IN" sz="2400" b="1"/>
              <a:t>select() → Column projection</a:t>
            </a:r>
            <a:endParaRPr lang="en-IN" sz="2400"/>
          </a:p>
          <a:p>
            <a:pPr lvl="0"/>
            <a:r>
              <a:rPr lang="en-IN" sz="2400" b="1"/>
              <a:t>Reduces data movement</a:t>
            </a:r>
            <a:endParaRPr lang="en-IN" sz="2400"/>
          </a:p>
          <a:p>
            <a:pPr lvl="0"/>
            <a:r>
              <a:rPr lang="en-IN" sz="2400" b="1"/>
              <a:t>Focuses on business-relevant attributes</a:t>
            </a:r>
            <a:endParaRPr lang="en-IN" sz="2400"/>
          </a:p>
          <a:p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46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EE06-CE46-FD3A-2FE4-BD3F7B3C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mapping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7D6E8D-7F61-5506-4CBF-70F369BF0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092490"/>
              </p:ext>
            </p:extLst>
          </p:nvPr>
        </p:nvGraphicFramePr>
        <p:xfrm>
          <a:off x="838200" y="1478070"/>
          <a:ext cx="10515600" cy="4809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976990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01040013"/>
                    </a:ext>
                  </a:extLst>
                </a:gridCol>
              </a:tblGrid>
              <a:tr h="9619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dirty="0">
                          <a:effectLst/>
                        </a:rPr>
                        <a:t>Column</a:t>
                      </a:r>
                      <a:endParaRPr lang="en-IN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Why it matters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5208280"/>
                  </a:ext>
                </a:extLst>
              </a:tr>
              <a:tr h="9619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service_type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Network usage pattern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5711806"/>
                  </a:ext>
                </a:extLst>
              </a:tr>
              <a:tr h="9619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plan_type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Billing logic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090487"/>
                  </a:ext>
                </a:extLst>
              </a:tr>
              <a:tr h="9619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roaming_type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Revenue multiplier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6553875"/>
                  </a:ext>
                </a:extLst>
              </a:tr>
              <a:tr h="9619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>
                          <a:effectLst/>
                        </a:rPr>
                        <a:t>revenue</a:t>
                      </a:r>
                      <a:endParaRPr lang="en-IN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dirty="0">
                          <a:effectLst/>
                        </a:rPr>
                        <a:t>Financial accuracy</a:t>
                      </a:r>
                      <a:endParaRPr lang="en-IN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456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125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E400D-9CE6-A088-F3C5-4F8F3332C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 b="1"/>
              <a:t>SLA Breach Validation </a:t>
            </a:r>
            <a:endParaRPr lang="en-IN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B7725-0A01-CBD3-DDB5-A98D94DC8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How many customers experienced SLA breaches today?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12567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37A5-8561-F77B-2168-1DAADD7D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/>
              <a:t>from pyspark.sql.functions import col</a:t>
            </a:r>
            <a:br>
              <a:rPr lang="en-IN" sz="2000" b="1"/>
            </a:br>
            <a:br>
              <a:rPr lang="en-IN" sz="2000" b="1"/>
            </a:br>
            <a:r>
              <a:rPr lang="en-IN" sz="2000" b="1"/>
              <a:t>df.filter(col("sla_breach_flag") == 1).count()</a:t>
            </a:r>
            <a:endParaRPr lang="en-IN" sz="2000"/>
          </a:p>
          <a:p>
            <a:pPr marL="0" indent="0">
              <a:buNone/>
            </a:pPr>
            <a:endParaRPr lang="en-IN" sz="2000" b="1"/>
          </a:p>
          <a:p>
            <a:pPr marL="0" indent="0">
              <a:buNone/>
            </a:pPr>
            <a:r>
              <a:rPr lang="en-IN" sz="2000" b="1"/>
              <a:t>Step-by-step explanation</a:t>
            </a:r>
            <a:endParaRPr lang="en-IN" sz="2000"/>
          </a:p>
          <a:p>
            <a:pPr marL="0" lvl="0" indent="0">
              <a:buNone/>
            </a:pPr>
            <a:r>
              <a:rPr lang="en-IN" sz="2000" b="1"/>
              <a:t>filter() → Row-level condition</a:t>
            </a:r>
            <a:endParaRPr lang="en-IN" sz="2000"/>
          </a:p>
          <a:p>
            <a:pPr marL="0" lvl="0" indent="0">
              <a:buNone/>
            </a:pPr>
            <a:r>
              <a:rPr lang="en-IN" sz="2000" b="1"/>
              <a:t>col() → Column reference</a:t>
            </a:r>
            <a:endParaRPr lang="en-IN" sz="2000"/>
          </a:p>
          <a:p>
            <a:pPr marL="0" lvl="0" indent="0">
              <a:buNone/>
            </a:pPr>
            <a:r>
              <a:rPr lang="en-IN" sz="2000" b="1"/>
              <a:t>== 1 → SLA breached</a:t>
            </a:r>
            <a:endParaRPr lang="en-IN" sz="2000"/>
          </a:p>
          <a:p>
            <a:pPr marL="0" lvl="0" indent="0">
              <a:buNone/>
            </a:pPr>
            <a:r>
              <a:rPr lang="en-IN" sz="2000" b="1"/>
              <a:t>.count() → Number of affected records</a:t>
            </a:r>
            <a:endParaRPr lang="en-IN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075035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8C2B4-7F2F-3F6A-5280-EB6EA177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 b="1"/>
              <a:t>Business interpretation</a:t>
            </a:r>
            <a:endParaRPr lang="en-IN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AD5F-3DCB-63B4-F511-39B4CABD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/>
              <a:t>This number directly impacts:</a:t>
            </a:r>
            <a:endParaRPr lang="en-IN" sz="2400"/>
          </a:p>
          <a:p>
            <a:pPr marL="0" lvl="0" indent="0">
              <a:buNone/>
            </a:pPr>
            <a:r>
              <a:rPr lang="en-IN" sz="2400" b="1"/>
              <a:t>Regulatory reporting</a:t>
            </a:r>
            <a:endParaRPr lang="en-IN" sz="2400"/>
          </a:p>
          <a:p>
            <a:pPr marL="0" lvl="0" indent="0">
              <a:buNone/>
            </a:pPr>
            <a:r>
              <a:rPr lang="en-IN" sz="2400" b="1"/>
              <a:t>Customer penalties</a:t>
            </a:r>
            <a:endParaRPr lang="en-IN" sz="2400"/>
          </a:p>
          <a:p>
            <a:pPr marL="0" lvl="0" indent="0">
              <a:buNone/>
            </a:pPr>
            <a:r>
              <a:rPr lang="en-IN" sz="2400" b="1"/>
              <a:t>Network health KPIs</a:t>
            </a:r>
            <a:endParaRPr lang="en-IN" sz="2400"/>
          </a:p>
          <a:p>
            <a:pPr marL="0" indent="0">
              <a:buNone/>
            </a:pPr>
            <a:br>
              <a:rPr lang="en-IN" sz="2400" b="1"/>
            </a:b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3143241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85B4-A508-B3A3-2910-39C903ED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820" y="741391"/>
            <a:ext cx="6705206" cy="1616203"/>
          </a:xfrm>
        </p:spPr>
        <p:txBody>
          <a:bodyPr anchor="ctr">
            <a:normAutofit/>
          </a:bodyPr>
          <a:lstStyle/>
          <a:p>
            <a:pPr algn="ctr"/>
            <a:endParaRPr lang="en-IN" sz="3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7ED9EE-380C-224B-8619-61C6C01B1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EA0657-2676-EBD0-330D-2DE1D716D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BD4BE5-70D5-796C-F818-10F0570E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EFE7CA-5FF7-5AFE-4DD6-BC0B78799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348086"/>
              </p:ext>
            </p:extLst>
          </p:nvPr>
        </p:nvGraphicFramePr>
        <p:xfrm>
          <a:off x="838200" y="2650793"/>
          <a:ext cx="10477500" cy="3489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03447">
                  <a:extLst>
                    <a:ext uri="{9D8B030D-6E8A-4147-A177-3AD203B41FA5}">
                      <a16:colId xmlns:a16="http://schemas.microsoft.com/office/drawing/2014/main" val="1326567420"/>
                    </a:ext>
                  </a:extLst>
                </a:gridCol>
                <a:gridCol w="4974053">
                  <a:extLst>
                    <a:ext uri="{9D8B030D-6E8A-4147-A177-3AD203B41FA5}">
                      <a16:colId xmlns:a16="http://schemas.microsoft.com/office/drawing/2014/main" val="4011907940"/>
                    </a:ext>
                  </a:extLst>
                </a:gridCol>
              </a:tblGrid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Business Requirement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Spark Code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3895839425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Initialize Spark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SparkSession.builder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1887946857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Read production data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spark.read.csv()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3168805004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Validate schema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printSchema()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746927888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Validate volume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count()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2684694204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Inspect services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select()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244478827"/>
                  </a:ext>
                </a:extLst>
              </a:tr>
              <a:tr h="498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SLA breach check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filter().count()</a:t>
                      </a:r>
                      <a:endParaRPr lang="en-IN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4" marR="20884" marT="20884" marB="20884" anchor="ctr"/>
                </a:tc>
                <a:extLst>
                  <a:ext uri="{0D108BD9-81ED-4DB2-BD59-A6C34878D82A}">
                    <a16:rowId xmlns:a16="http://schemas.microsoft.com/office/drawing/2014/main" val="188508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792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D240-9C2D-B2C3-5737-EA2FD99F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C15CC-52FD-DE6B-32B7-C6107068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SparkSession</a:t>
            </a:r>
            <a:r>
              <a:rPr lang="en-IN" b="1" dirty="0"/>
              <a:t> → Read Data → Validate Schema → Inspect Records → Count → Explore Columns → Validate SLA Breaches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478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00E4E6DDEDF6488EC99E21B69E2509" ma:contentTypeVersion="7" ma:contentTypeDescription="Create a new document." ma:contentTypeScope="" ma:versionID="2d33818d509a81fd8c97d7205426deaf">
  <xsd:schema xmlns:xsd="http://www.w3.org/2001/XMLSchema" xmlns:xs="http://www.w3.org/2001/XMLSchema" xmlns:p="http://schemas.microsoft.com/office/2006/metadata/properties" xmlns:ns2="4e57b6c6-0e56-496c-a776-735b43dfd70b" targetNamespace="http://schemas.microsoft.com/office/2006/metadata/properties" ma:root="true" ma:fieldsID="ab3df804f33e5dff66f68a07ddd21941" ns2:_="">
    <xsd:import namespace="4e57b6c6-0e56-496c-a776-735b43dfd7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7b6c6-0e56-496c-a776-735b43dfd7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A21FDE-D465-4E2E-91AA-C69CA25988EE}"/>
</file>

<file path=customXml/itemProps2.xml><?xml version="1.0" encoding="utf-8"?>
<ds:datastoreItem xmlns:ds="http://schemas.openxmlformats.org/officeDocument/2006/customXml" ds:itemID="{B9905096-91E8-4E98-B8CC-3D329AB73F4B}"/>
</file>

<file path=customXml/itemProps3.xml><?xml version="1.0" encoding="utf-8"?>
<ds:datastoreItem xmlns:ds="http://schemas.openxmlformats.org/officeDocument/2006/customXml" ds:itemID="{F6BCE1B7-F4F2-46F6-A587-392C318A3979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1319</Words>
  <Application>Microsoft Office PowerPoint</Application>
  <PresentationFormat>Widescreen</PresentationFormat>
  <Paragraphs>252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Office Theme</vt:lpstr>
      <vt:lpstr>Spark Session</vt:lpstr>
      <vt:lpstr>What is a Session and Why Do We Need It?</vt:lpstr>
      <vt:lpstr>Without a session:</vt:lpstr>
      <vt:lpstr>Before Advanced Analytics Existed</vt:lpstr>
      <vt:lpstr>PowerPoint Presentation</vt:lpstr>
      <vt:lpstr>Why sessions were introduced</vt:lpstr>
      <vt:lpstr>Before Advanced Analytics (Validation &amp; Exploration Phase) </vt:lpstr>
      <vt:lpstr>Examples and usecases</vt:lpstr>
      <vt:lpstr>After Advanced Analytics (Processing &amp; Intelligence Phase) </vt:lpstr>
      <vt:lpstr>Example and use cases</vt:lpstr>
      <vt:lpstr>Where Do We Need Sessions? (Real-World Scenarios) </vt:lpstr>
      <vt:lpstr>Not Always Needed </vt:lpstr>
      <vt:lpstr>Is Session Needed Everywhere in Data Analytics? </vt:lpstr>
      <vt:lpstr>PowerPoint Presentation</vt:lpstr>
      <vt:lpstr>Insight </vt:lpstr>
      <vt:lpstr>Standard SparkSession lifecycle</vt:lpstr>
      <vt:lpstr>Example</vt:lpstr>
      <vt:lpstr>Session Creation</vt:lpstr>
      <vt:lpstr> Data Reading</vt:lpstr>
      <vt:lpstr>SQL Execution</vt:lpstr>
      <vt:lpstr>Configuration</vt:lpstr>
      <vt:lpstr> Metadata &amp; Context</vt:lpstr>
      <vt:lpstr>Session Termination</vt:lpstr>
      <vt:lpstr>Common DataFrame Functions Used Inside a Session </vt:lpstr>
      <vt:lpstr>Summary</vt:lpstr>
      <vt:lpstr>The problem statement</vt:lpstr>
      <vt:lpstr>Reiterating</vt:lpstr>
      <vt:lpstr>PowerPoint Presentation</vt:lpstr>
      <vt:lpstr>PowerPoint Presentation</vt:lpstr>
      <vt:lpstr>why reading correctly matters</vt:lpstr>
      <vt:lpstr>PowerPoint Presentation</vt:lpstr>
      <vt:lpstr>PowerPoint Presentation</vt:lpstr>
      <vt:lpstr>PowerPoint Presentation</vt:lpstr>
      <vt:lpstr>Business explanation</vt:lpstr>
      <vt:lpstr>Sample Data Inspection </vt:lpstr>
      <vt:lpstr>What should we look for</vt:lpstr>
      <vt:lpstr>Record Count Validation</vt:lpstr>
      <vt:lpstr>Column-Level Exploration </vt:lpstr>
      <vt:lpstr>PowerPoint Presentation</vt:lpstr>
      <vt:lpstr>Business mapping </vt:lpstr>
      <vt:lpstr>SLA Breach Validation </vt:lpstr>
      <vt:lpstr>PowerPoint Presentation</vt:lpstr>
      <vt:lpstr>Business interpretation</vt:lpstr>
      <vt:lpstr>PowerPoint Presentation</vt:lpstr>
      <vt:lpstr>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Pasupuleti Samatha [UNext]</dc:creator>
  <cp:lastModifiedBy>Pasupuleti Samatha [UNext]</cp:lastModifiedBy>
  <cp:revision>4</cp:revision>
  <dcterms:created xsi:type="dcterms:W3CDTF">2026-02-15T07:47:21Z</dcterms:created>
  <dcterms:modified xsi:type="dcterms:W3CDTF">2026-02-16T00:11:53Z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0x010100D900E4E6DDEDF6488EC99E21B69E2509</vt:lpwstr>
  </property>
</Properties>
</file>